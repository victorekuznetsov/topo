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2.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3.xml" ContentType="application/vnd.openxmlformats-officedocument.theme+xml"/>
  <Override PartName="/ppt/tags/tag10.xml" ContentType="application/vnd.openxmlformats-officedocument.presentationml.tags+xml"/>
  <Override PartName="/ppt/notesSlides/notesSlide1.xml" ContentType="application/vnd.openxmlformats-officedocument.presentationml.notesSlide+xml"/>
  <Override PartName="/ppt/tags/tag11.xml" ContentType="application/vnd.openxmlformats-officedocument.presentationml.tags+xml"/>
  <Override PartName="/ppt/notesSlides/notesSlide2.xml" ContentType="application/vnd.openxmlformats-officedocument.presentationml.notesSlide+xml"/>
  <Override PartName="/ppt/tags/tag12.xml" ContentType="application/vnd.openxmlformats-officedocument.presentationml.tags+xml"/>
  <Override PartName="/ppt/notesSlides/notesSlide3.xml" ContentType="application/vnd.openxmlformats-officedocument.presentationml.notesSlide+xml"/>
  <Override PartName="/ppt/tags/tag13.xml" ContentType="application/vnd.openxmlformats-officedocument.presentationml.tags+xml"/>
  <Override PartName="/ppt/notesSlides/notesSlide4.xml" ContentType="application/vnd.openxmlformats-officedocument.presentationml.notesSlide+xml"/>
  <Override PartName="/ppt/tags/tag14.xml" ContentType="application/vnd.openxmlformats-officedocument.presentationml.tags+xml"/>
  <Override PartName="/ppt/notesSlides/notesSlide5.xml" ContentType="application/vnd.openxmlformats-officedocument.presentationml.notesSlide+xml"/>
  <Override PartName="/ppt/tags/tag15.xml" ContentType="application/vnd.openxmlformats-officedocument.presentationml.tags+xml"/>
  <Override PartName="/ppt/notesSlides/notesSlide6.xml" ContentType="application/vnd.openxmlformats-officedocument.presentationml.notesSlide+xml"/>
  <Override PartName="/ppt/tags/tag16.xml" ContentType="application/vnd.openxmlformats-officedocument.presentationml.tags+xml"/>
  <Override PartName="/ppt/notesSlides/notesSlide7.xml" ContentType="application/vnd.openxmlformats-officedocument.presentationml.notesSlide+xml"/>
  <Override PartName="/ppt/tags/tag17.xml" ContentType="application/vnd.openxmlformats-officedocument.presentationml.tags+xml"/>
  <Override PartName="/ppt/notesSlides/notesSlide8.xml" ContentType="application/vnd.openxmlformats-officedocument.presentationml.notesSlide+xml"/>
  <Override PartName="/ppt/tags/tag18.xml" ContentType="application/vnd.openxmlformats-officedocument.presentationml.tags+xml"/>
  <Override PartName="/ppt/notesSlides/notesSlide9.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2" autoCompressPictures="0">
  <p:sldMasterIdLst>
    <p:sldMasterId id="2147483668" r:id="rId1"/>
    <p:sldMasterId id="2147483678" r:id="rId2"/>
  </p:sldMasterIdLst>
  <p:notesMasterIdLst>
    <p:notesMasterId r:id="rId14"/>
  </p:notesMasterIdLst>
  <p:sldIdLst>
    <p:sldId id="308" r:id="rId3"/>
    <p:sldId id="517" r:id="rId4"/>
    <p:sldId id="519" r:id="rId5"/>
    <p:sldId id="520" r:id="rId6"/>
    <p:sldId id="523" r:id="rId7"/>
    <p:sldId id="524" r:id="rId8"/>
    <p:sldId id="525" r:id="rId9"/>
    <p:sldId id="521" r:id="rId10"/>
    <p:sldId id="522" r:id="rId11"/>
    <p:sldId id="259" r:id="rId12"/>
    <p:sldId id="526" r:id="rId13"/>
  </p:sldIdLst>
  <p:sldSz cx="12192000" cy="6858000"/>
  <p:notesSz cx="6858000" cy="9144000"/>
  <p:custDataLst>
    <p:tags r:id="rId15"/>
  </p:custData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4A0F81CD-63E6-4036-B5B6-670854977EFB}">
          <p14:sldIdLst>
            <p14:sldId id="308"/>
            <p14:sldId id="517"/>
            <p14:sldId id="519"/>
            <p14:sldId id="520"/>
            <p14:sldId id="523"/>
            <p14:sldId id="524"/>
            <p14:sldId id="525"/>
            <p14:sldId id="521"/>
            <p14:sldId id="522"/>
            <p14:sldId id="259"/>
            <p14:sldId id="52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A4A5BBA-1FC4-BED4-881D-18A57DE335FB}" name="Алина Дмитриева" initials="АД" userId="18095cf888ce1c6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AEDB4"/>
    <a:srgbClr val="2B3137"/>
    <a:srgbClr val="7F83F2"/>
    <a:srgbClr val="B5BDD9"/>
    <a:srgbClr val="98DADE"/>
    <a:srgbClr val="63676B"/>
    <a:srgbClr val="2C4B3C"/>
    <a:srgbClr val="76797D"/>
    <a:srgbClr val="9B9EA0"/>
    <a:srgbClr val="D3D4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Сред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Средний стиль 2 — акцент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Средний стиль 2 — акцент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Средний стиль 2 — акцент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Средний стиль 2 — акцент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934" autoAdjust="0"/>
    <p:restoredTop sz="96727" autoAdjust="0"/>
  </p:normalViewPr>
  <p:slideViewPr>
    <p:cSldViewPr snapToGrid="0">
      <p:cViewPr varScale="1">
        <p:scale>
          <a:sx n="117" d="100"/>
          <a:sy n="117" d="100"/>
        </p:scale>
        <p:origin x="1152" y="96"/>
      </p:cViewPr>
      <p:guideLst/>
    </p:cSldViewPr>
  </p:slideViewPr>
  <p:outlineViewPr>
    <p:cViewPr>
      <p:scale>
        <a:sx n="33" d="100"/>
        <a:sy n="33" d="100"/>
      </p:scale>
      <p:origin x="0" y="-366"/>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FDC7EF-2DCE-CE49-82C1-F83C5B377C20}" type="datetimeFigureOut">
              <a:rPr lang="ru-RU" smtClean="0"/>
              <a:t>18.08.2025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3954F9-53B7-7C49-A641-7D2F2B820FAC}" type="slidenum">
              <a:rPr lang="ru-RU" smtClean="0"/>
              <a:t>‹#›</a:t>
            </a:fld>
            <a:endParaRPr lang="ru-RU"/>
          </a:p>
        </p:txBody>
      </p:sp>
    </p:spTree>
    <p:extLst>
      <p:ext uri="{BB962C8B-B14F-4D97-AF65-F5344CB8AC3E}">
        <p14:creationId xmlns:p14="http://schemas.microsoft.com/office/powerpoint/2010/main" val="3770351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E93954F9-53B7-7C49-A641-7D2F2B820FAC}" type="slidenum">
              <a:rPr lang="ru-RU" smtClean="0"/>
              <a:t>2</a:t>
            </a:fld>
            <a:endParaRPr lang="ru-RU"/>
          </a:p>
        </p:txBody>
      </p:sp>
    </p:spTree>
    <p:extLst>
      <p:ext uri="{BB962C8B-B14F-4D97-AF65-F5344CB8AC3E}">
        <p14:creationId xmlns:p14="http://schemas.microsoft.com/office/powerpoint/2010/main" val="23242508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E93954F9-53B7-7C49-A641-7D2F2B820FAC}" type="slidenum">
              <a:rPr lang="ru-RU" smtClean="0"/>
              <a:t>3</a:t>
            </a:fld>
            <a:endParaRPr lang="ru-RU"/>
          </a:p>
        </p:txBody>
      </p:sp>
    </p:spTree>
    <p:extLst>
      <p:ext uri="{BB962C8B-B14F-4D97-AF65-F5344CB8AC3E}">
        <p14:creationId xmlns:p14="http://schemas.microsoft.com/office/powerpoint/2010/main" val="1066123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E93954F9-53B7-7C49-A641-7D2F2B820FAC}" type="slidenum">
              <a:rPr lang="ru-RU" smtClean="0"/>
              <a:t>4</a:t>
            </a:fld>
            <a:endParaRPr lang="ru-RU"/>
          </a:p>
        </p:txBody>
      </p:sp>
    </p:spTree>
    <p:extLst>
      <p:ext uri="{BB962C8B-B14F-4D97-AF65-F5344CB8AC3E}">
        <p14:creationId xmlns:p14="http://schemas.microsoft.com/office/powerpoint/2010/main" val="36302572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E93954F9-53B7-7C49-A641-7D2F2B820FAC}" type="slidenum">
              <a:rPr lang="ru-RU" smtClean="0"/>
              <a:t>5</a:t>
            </a:fld>
            <a:endParaRPr lang="ru-RU"/>
          </a:p>
        </p:txBody>
      </p:sp>
    </p:spTree>
    <p:extLst>
      <p:ext uri="{BB962C8B-B14F-4D97-AF65-F5344CB8AC3E}">
        <p14:creationId xmlns:p14="http://schemas.microsoft.com/office/powerpoint/2010/main" val="21135392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E93954F9-53B7-7C49-A641-7D2F2B820FAC}" type="slidenum">
              <a:rPr lang="ru-RU" smtClean="0"/>
              <a:t>6</a:t>
            </a:fld>
            <a:endParaRPr lang="ru-RU"/>
          </a:p>
        </p:txBody>
      </p:sp>
    </p:spTree>
    <p:extLst>
      <p:ext uri="{BB962C8B-B14F-4D97-AF65-F5344CB8AC3E}">
        <p14:creationId xmlns:p14="http://schemas.microsoft.com/office/powerpoint/2010/main" val="42077611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E93954F9-53B7-7C49-A641-7D2F2B820FAC}" type="slidenum">
              <a:rPr lang="ru-RU" smtClean="0"/>
              <a:t>7</a:t>
            </a:fld>
            <a:endParaRPr lang="ru-RU"/>
          </a:p>
        </p:txBody>
      </p:sp>
    </p:spTree>
    <p:extLst>
      <p:ext uri="{BB962C8B-B14F-4D97-AF65-F5344CB8AC3E}">
        <p14:creationId xmlns:p14="http://schemas.microsoft.com/office/powerpoint/2010/main" val="4015579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E93954F9-53B7-7C49-A641-7D2F2B820FAC}" type="slidenum">
              <a:rPr lang="ru-RU" smtClean="0"/>
              <a:t>8</a:t>
            </a:fld>
            <a:endParaRPr lang="ru-RU"/>
          </a:p>
        </p:txBody>
      </p:sp>
    </p:spTree>
    <p:extLst>
      <p:ext uri="{BB962C8B-B14F-4D97-AF65-F5344CB8AC3E}">
        <p14:creationId xmlns:p14="http://schemas.microsoft.com/office/powerpoint/2010/main" val="3081837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E93954F9-53B7-7C49-A641-7D2F2B820FAC}" type="slidenum">
              <a:rPr lang="ru-RU" smtClean="0"/>
              <a:t>9</a:t>
            </a:fld>
            <a:endParaRPr lang="ru-RU"/>
          </a:p>
        </p:txBody>
      </p:sp>
    </p:spTree>
    <p:extLst>
      <p:ext uri="{BB962C8B-B14F-4D97-AF65-F5344CB8AC3E}">
        <p14:creationId xmlns:p14="http://schemas.microsoft.com/office/powerpoint/2010/main" val="16910075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E93954F9-53B7-7C49-A641-7D2F2B820FAC}" type="slidenum">
              <a:rPr lang="ru-RU" smtClean="0"/>
              <a:t>10</a:t>
            </a:fld>
            <a:endParaRPr lang="ru-RU"/>
          </a:p>
        </p:txBody>
      </p:sp>
    </p:spTree>
    <p:extLst>
      <p:ext uri="{BB962C8B-B14F-4D97-AF65-F5344CB8AC3E}">
        <p14:creationId xmlns:p14="http://schemas.microsoft.com/office/powerpoint/2010/main" val="6806707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E93954F9-53B7-7C49-A641-7D2F2B820FAC}" type="slidenum">
              <a:rPr lang="ru-RU" smtClean="0"/>
              <a:t>12</a:t>
            </a:fld>
            <a:endParaRPr lang="ru-RU"/>
          </a:p>
        </p:txBody>
      </p:sp>
    </p:spTree>
    <p:extLst>
      <p:ext uri="{BB962C8B-B14F-4D97-AF65-F5344CB8AC3E}">
        <p14:creationId xmlns:p14="http://schemas.microsoft.com/office/powerpoint/2010/main" val="1775842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3.png"/><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image" Target="../media/image12.png"/><Relationship Id="rId5" Type="http://schemas.openxmlformats.org/officeDocument/2006/relationships/image" Target="../media/image11.emf"/><Relationship Id="rId4" Type="http://schemas.openxmlformats.org/officeDocument/2006/relationships/oleObject" Target="../embeddings/oleObject3.bin"/></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5.png"/><Relationship Id="rId2" Type="http://schemas.openxmlformats.org/officeDocument/2006/relationships/tags" Target="../tags/tag5.xml"/><Relationship Id="rId1" Type="http://schemas.openxmlformats.org/officeDocument/2006/relationships/vmlDrawing" Target="../drawings/vmlDrawing4.vml"/><Relationship Id="rId6" Type="http://schemas.openxmlformats.org/officeDocument/2006/relationships/image" Target="../media/image14.png"/><Relationship Id="rId5" Type="http://schemas.openxmlformats.org/officeDocument/2006/relationships/image" Target="../media/image11.emf"/><Relationship Id="rId4" Type="http://schemas.openxmlformats.org/officeDocument/2006/relationships/oleObject" Target="../embeddings/oleObject4.bin"/></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slideMaster" Target="../slideMasters/slideMaster2.xml"/><Relationship Id="rId7" Type="http://schemas.openxmlformats.org/officeDocument/2006/relationships/image" Target="../media/image17.svg"/><Relationship Id="rId2" Type="http://schemas.openxmlformats.org/officeDocument/2006/relationships/tags" Target="../tags/tag6.xml"/><Relationship Id="rId1" Type="http://schemas.openxmlformats.org/officeDocument/2006/relationships/vmlDrawing" Target="../drawings/vmlDrawing5.vml"/><Relationship Id="rId6" Type="http://schemas.openxmlformats.org/officeDocument/2006/relationships/image" Target="../media/image16.png"/><Relationship Id="rId5" Type="http://schemas.openxmlformats.org/officeDocument/2006/relationships/image" Target="../media/image11.emf"/><Relationship Id="rId4" Type="http://schemas.openxmlformats.org/officeDocument/2006/relationships/oleObject" Target="../embeddings/oleObject5.bin"/></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5.png"/><Relationship Id="rId2" Type="http://schemas.openxmlformats.org/officeDocument/2006/relationships/tags" Target="../tags/tag7.xml"/><Relationship Id="rId1" Type="http://schemas.openxmlformats.org/officeDocument/2006/relationships/vmlDrawing" Target="../drawings/vmlDrawing6.vml"/><Relationship Id="rId6" Type="http://schemas.openxmlformats.org/officeDocument/2006/relationships/image" Target="../media/image18.png"/><Relationship Id="rId5" Type="http://schemas.openxmlformats.org/officeDocument/2006/relationships/image" Target="../media/image11.emf"/><Relationship Id="rId4" Type="http://schemas.openxmlformats.org/officeDocument/2006/relationships/oleObject" Target="../embeddings/oleObject6.bin"/></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24.svg"/><Relationship Id="rId2" Type="http://schemas.openxmlformats.org/officeDocument/2006/relationships/tags" Target="../tags/tag8.xml"/><Relationship Id="rId1" Type="http://schemas.openxmlformats.org/officeDocument/2006/relationships/vmlDrawing" Target="../drawings/vmlDrawing7.vml"/><Relationship Id="rId6" Type="http://schemas.openxmlformats.org/officeDocument/2006/relationships/image" Target="../media/image23.png"/><Relationship Id="rId5" Type="http://schemas.openxmlformats.org/officeDocument/2006/relationships/image" Target="../media/image11.emf"/><Relationship Id="rId4" Type="http://schemas.openxmlformats.org/officeDocument/2006/relationships/oleObject" Target="../embeddings/oleObject7.bin"/></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24.svg"/><Relationship Id="rId2" Type="http://schemas.openxmlformats.org/officeDocument/2006/relationships/tags" Target="../tags/tag9.xml"/><Relationship Id="rId1" Type="http://schemas.openxmlformats.org/officeDocument/2006/relationships/vmlDrawing" Target="../drawings/vmlDrawing8.vml"/><Relationship Id="rId6" Type="http://schemas.openxmlformats.org/officeDocument/2006/relationships/image" Target="../media/image23.png"/><Relationship Id="rId5" Type="http://schemas.openxmlformats.org/officeDocument/2006/relationships/image" Target="../media/image11.emf"/><Relationship Id="rId4" Type="http://schemas.openxmlformats.org/officeDocument/2006/relationships/oleObject" Target="../embeddings/oleObject8.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24.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Слайд с таблицей">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283C7CF8-D83B-DB42-977C-8959691AB246}"/>
              </a:ext>
            </a:extLst>
          </p:cNvPr>
          <p:cNvCxnSpPr/>
          <p:nvPr userDrawn="1"/>
        </p:nvCxnSpPr>
        <p:spPr>
          <a:xfrm>
            <a:off x="647700" y="1225256"/>
            <a:ext cx="110363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 Placeholder 12">
            <a:extLst>
              <a:ext uri="{FF2B5EF4-FFF2-40B4-BE49-F238E27FC236}">
                <a16:creationId xmlns:a16="http://schemas.microsoft.com/office/drawing/2014/main" id="{708D1A03-0D58-0543-B188-2E36DED60753}"/>
              </a:ext>
            </a:extLst>
          </p:cNvPr>
          <p:cNvSpPr>
            <a:spLocks noGrp="1"/>
          </p:cNvSpPr>
          <p:nvPr>
            <p:ph type="body" sz="quarter" idx="10" hasCustomPrompt="1"/>
          </p:nvPr>
        </p:nvSpPr>
        <p:spPr>
          <a:xfrm>
            <a:off x="542375" y="223613"/>
            <a:ext cx="9084225" cy="431800"/>
          </a:xfrm>
        </p:spPr>
        <p:txBody>
          <a:bodyPr/>
          <a:lstStyle>
            <a:lvl1pPr marL="0" indent="0">
              <a:spcBef>
                <a:spcPts val="500"/>
              </a:spcBef>
              <a:buFont typeface="Arial" panose="020B0604020202020204" pitchFamily="34" charset="0"/>
              <a:buNone/>
              <a:defRPr b="1"/>
            </a:lvl1pPr>
          </a:lstStyle>
          <a:p>
            <a:pPr lvl="0"/>
            <a:r>
              <a:rPr lang="ru-RU" dirty="0"/>
              <a:t>Заголовок слайда</a:t>
            </a:r>
            <a:endParaRPr lang="en-RU" dirty="0"/>
          </a:p>
        </p:txBody>
      </p:sp>
      <p:sp>
        <p:nvSpPr>
          <p:cNvPr id="15" name="Text Placeholder 14">
            <a:extLst>
              <a:ext uri="{FF2B5EF4-FFF2-40B4-BE49-F238E27FC236}">
                <a16:creationId xmlns:a16="http://schemas.microsoft.com/office/drawing/2014/main" id="{B66557A4-0B0A-3640-B1BC-8AC077E58A88}"/>
              </a:ext>
            </a:extLst>
          </p:cNvPr>
          <p:cNvSpPr>
            <a:spLocks noGrp="1"/>
          </p:cNvSpPr>
          <p:nvPr>
            <p:ph type="body" sz="quarter" idx="11" hasCustomPrompt="1"/>
          </p:nvPr>
        </p:nvSpPr>
        <p:spPr>
          <a:xfrm>
            <a:off x="543483" y="655413"/>
            <a:ext cx="9082963" cy="388938"/>
          </a:xfrm>
        </p:spPr>
        <p:txBody>
          <a:bodyPr>
            <a:noAutofit/>
          </a:bodyPr>
          <a:lstStyle>
            <a:lvl1pPr>
              <a:buNone/>
              <a:defRPr sz="1800"/>
            </a:lvl1pPr>
          </a:lstStyle>
          <a:p>
            <a:pPr lvl="0"/>
            <a:r>
              <a:rPr lang="ru-RU" dirty="0"/>
              <a:t>Подзаголовок слайда</a:t>
            </a:r>
            <a:endParaRPr lang="en-RU" dirty="0"/>
          </a:p>
        </p:txBody>
      </p:sp>
      <p:sp>
        <p:nvSpPr>
          <p:cNvPr id="17" name="Slide Number Placeholder 5">
            <a:extLst>
              <a:ext uri="{FF2B5EF4-FFF2-40B4-BE49-F238E27FC236}">
                <a16:creationId xmlns:a16="http://schemas.microsoft.com/office/drawing/2014/main" id="{7BD17CF6-58F5-5842-8379-E559E9B5C2F3}"/>
              </a:ext>
            </a:extLst>
          </p:cNvPr>
          <p:cNvSpPr>
            <a:spLocks noGrp="1"/>
          </p:cNvSpPr>
          <p:nvPr>
            <p:ph type="sldNum" sz="quarter" idx="4"/>
          </p:nvPr>
        </p:nvSpPr>
        <p:spPr>
          <a:xfrm>
            <a:off x="11004698" y="6408737"/>
            <a:ext cx="679302" cy="365125"/>
          </a:xfrm>
          <a:prstGeom prst="rect">
            <a:avLst/>
          </a:prstGeom>
        </p:spPr>
        <p:txBody>
          <a:bodyPr vert="horz" lIns="91440" tIns="45720" rIns="91440" bIns="45720" rtlCol="0" anchor="ctr"/>
          <a:lstStyle>
            <a:lvl1pPr algn="r">
              <a:defRPr sz="1200">
                <a:solidFill>
                  <a:schemeClr val="tx1"/>
                </a:solidFill>
              </a:defRPr>
            </a:lvl1pPr>
          </a:lstStyle>
          <a:p>
            <a:fld id="{38F8B3EF-6FCB-5342-834B-72C623FC3BE6}" type="slidenum">
              <a:rPr lang="en-RU" smtClean="0"/>
              <a:pPr/>
              <a:t>‹#›</a:t>
            </a:fld>
            <a:endParaRPr lang="en-RU" sz="1200"/>
          </a:p>
        </p:txBody>
      </p:sp>
      <p:sp>
        <p:nvSpPr>
          <p:cNvPr id="19" name="Text Placeholder 18">
            <a:extLst>
              <a:ext uri="{FF2B5EF4-FFF2-40B4-BE49-F238E27FC236}">
                <a16:creationId xmlns:a16="http://schemas.microsoft.com/office/drawing/2014/main" id="{8B7B2366-F3C0-4344-9BA4-166FC5B1275B}"/>
              </a:ext>
            </a:extLst>
          </p:cNvPr>
          <p:cNvSpPr>
            <a:spLocks noGrp="1"/>
          </p:cNvSpPr>
          <p:nvPr>
            <p:ph type="body" sz="quarter" idx="12" hasCustomPrompt="1"/>
          </p:nvPr>
        </p:nvSpPr>
        <p:spPr>
          <a:xfrm>
            <a:off x="552004" y="1476151"/>
            <a:ext cx="4073156" cy="275862"/>
          </a:xfrm>
        </p:spPr>
        <p:txBody>
          <a:bodyPr>
            <a:noAutofit/>
          </a:bodyPr>
          <a:lstStyle>
            <a:lvl1pPr>
              <a:lnSpc>
                <a:spcPct val="100000"/>
              </a:lnSpc>
              <a:buNone/>
              <a:defRPr sz="1100" b="1" cap="all" spc="0" baseline="0"/>
            </a:lvl1pPr>
          </a:lstStyle>
          <a:p>
            <a:pPr lvl="0"/>
            <a:r>
              <a:rPr lang="ru-RU" dirty="0"/>
              <a:t>НАЗВАНИЕ ТАБЛИЦЫ</a:t>
            </a:r>
            <a:endParaRPr lang="en-RU" dirty="0"/>
          </a:p>
        </p:txBody>
      </p:sp>
    </p:spTree>
    <p:extLst>
      <p:ext uri="{BB962C8B-B14F-4D97-AF65-F5344CB8AC3E}">
        <p14:creationId xmlns:p14="http://schemas.microsoft.com/office/powerpoint/2010/main" val="3310465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Пустой слайд">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283C7CF8-D83B-DB42-977C-8959691AB246}"/>
              </a:ext>
            </a:extLst>
          </p:cNvPr>
          <p:cNvCxnSpPr/>
          <p:nvPr userDrawn="1"/>
        </p:nvCxnSpPr>
        <p:spPr>
          <a:xfrm>
            <a:off x="647700" y="1225256"/>
            <a:ext cx="110363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Slide Number Placeholder 5">
            <a:extLst>
              <a:ext uri="{FF2B5EF4-FFF2-40B4-BE49-F238E27FC236}">
                <a16:creationId xmlns:a16="http://schemas.microsoft.com/office/drawing/2014/main" id="{7BD17CF6-58F5-5842-8379-E559E9B5C2F3}"/>
              </a:ext>
            </a:extLst>
          </p:cNvPr>
          <p:cNvSpPr>
            <a:spLocks noGrp="1"/>
          </p:cNvSpPr>
          <p:nvPr>
            <p:ph type="sldNum" sz="quarter" idx="4"/>
          </p:nvPr>
        </p:nvSpPr>
        <p:spPr>
          <a:xfrm>
            <a:off x="11004698" y="6408737"/>
            <a:ext cx="679302" cy="365125"/>
          </a:xfrm>
          <a:prstGeom prst="rect">
            <a:avLst/>
          </a:prstGeom>
        </p:spPr>
        <p:txBody>
          <a:bodyPr vert="horz" lIns="91440" tIns="45720" rIns="91440" bIns="45720" rtlCol="0" anchor="ctr"/>
          <a:lstStyle>
            <a:lvl1pPr algn="r">
              <a:defRPr sz="1200">
                <a:solidFill>
                  <a:schemeClr val="tx1"/>
                </a:solidFill>
              </a:defRPr>
            </a:lvl1pPr>
          </a:lstStyle>
          <a:p>
            <a:fld id="{38F8B3EF-6FCB-5342-834B-72C623FC3BE6}" type="slidenum">
              <a:rPr lang="en-RU" smtClean="0"/>
              <a:pPr/>
              <a:t>‹#›</a:t>
            </a:fld>
            <a:endParaRPr lang="en-RU" sz="1200"/>
          </a:p>
        </p:txBody>
      </p:sp>
      <p:sp>
        <p:nvSpPr>
          <p:cNvPr id="7" name="Text Placeholder 12">
            <a:extLst>
              <a:ext uri="{FF2B5EF4-FFF2-40B4-BE49-F238E27FC236}">
                <a16:creationId xmlns:a16="http://schemas.microsoft.com/office/drawing/2014/main" id="{2AD85469-37F3-794B-9D0C-A3A3FBC43923}"/>
              </a:ext>
            </a:extLst>
          </p:cNvPr>
          <p:cNvSpPr>
            <a:spLocks noGrp="1"/>
          </p:cNvSpPr>
          <p:nvPr>
            <p:ph type="body" sz="quarter" idx="10" hasCustomPrompt="1"/>
          </p:nvPr>
        </p:nvSpPr>
        <p:spPr>
          <a:xfrm>
            <a:off x="542375" y="223613"/>
            <a:ext cx="9084225" cy="431800"/>
          </a:xfrm>
        </p:spPr>
        <p:txBody>
          <a:bodyPr/>
          <a:lstStyle>
            <a:lvl1pPr>
              <a:spcBef>
                <a:spcPts val="500"/>
              </a:spcBef>
              <a:buNone/>
              <a:defRPr b="1"/>
            </a:lvl1pPr>
          </a:lstStyle>
          <a:p>
            <a:pPr lvl="0"/>
            <a:r>
              <a:rPr lang="ru-RU" dirty="0"/>
              <a:t>Заголовок слайда</a:t>
            </a:r>
            <a:endParaRPr lang="en-RU" dirty="0"/>
          </a:p>
        </p:txBody>
      </p:sp>
      <p:sp>
        <p:nvSpPr>
          <p:cNvPr id="8" name="Text Placeholder 14">
            <a:extLst>
              <a:ext uri="{FF2B5EF4-FFF2-40B4-BE49-F238E27FC236}">
                <a16:creationId xmlns:a16="http://schemas.microsoft.com/office/drawing/2014/main" id="{322ED117-CB16-9647-893A-1661BF13A0EA}"/>
              </a:ext>
            </a:extLst>
          </p:cNvPr>
          <p:cNvSpPr>
            <a:spLocks noGrp="1"/>
          </p:cNvSpPr>
          <p:nvPr>
            <p:ph type="body" sz="quarter" idx="11" hasCustomPrompt="1"/>
          </p:nvPr>
        </p:nvSpPr>
        <p:spPr>
          <a:xfrm>
            <a:off x="543483" y="655413"/>
            <a:ext cx="9082963" cy="388938"/>
          </a:xfrm>
        </p:spPr>
        <p:txBody>
          <a:bodyPr>
            <a:noAutofit/>
          </a:bodyPr>
          <a:lstStyle>
            <a:lvl1pPr>
              <a:buNone/>
              <a:defRPr sz="1800"/>
            </a:lvl1pPr>
          </a:lstStyle>
          <a:p>
            <a:pPr lvl="0"/>
            <a:r>
              <a:rPr lang="ru-RU" dirty="0"/>
              <a:t>Подзаголовок слайда</a:t>
            </a:r>
            <a:endParaRPr lang="en-RU" dirty="0"/>
          </a:p>
        </p:txBody>
      </p:sp>
    </p:spTree>
    <p:extLst>
      <p:ext uri="{BB962C8B-B14F-4D97-AF65-F5344CB8AC3E}">
        <p14:creationId xmlns:p14="http://schemas.microsoft.com/office/powerpoint/2010/main" val="1379759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Фирменные цвета">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283C7CF8-D83B-DB42-977C-8959691AB246}"/>
              </a:ext>
            </a:extLst>
          </p:cNvPr>
          <p:cNvCxnSpPr/>
          <p:nvPr userDrawn="1"/>
        </p:nvCxnSpPr>
        <p:spPr>
          <a:xfrm>
            <a:off x="647700" y="1225256"/>
            <a:ext cx="110363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Slide Number Placeholder 5">
            <a:extLst>
              <a:ext uri="{FF2B5EF4-FFF2-40B4-BE49-F238E27FC236}">
                <a16:creationId xmlns:a16="http://schemas.microsoft.com/office/drawing/2014/main" id="{7BD17CF6-58F5-5842-8379-E559E9B5C2F3}"/>
              </a:ext>
            </a:extLst>
          </p:cNvPr>
          <p:cNvSpPr>
            <a:spLocks noGrp="1"/>
          </p:cNvSpPr>
          <p:nvPr>
            <p:ph type="sldNum" sz="quarter" idx="4"/>
          </p:nvPr>
        </p:nvSpPr>
        <p:spPr>
          <a:xfrm>
            <a:off x="11004698" y="6408737"/>
            <a:ext cx="679302" cy="365125"/>
          </a:xfrm>
          <a:prstGeom prst="rect">
            <a:avLst/>
          </a:prstGeom>
        </p:spPr>
        <p:txBody>
          <a:bodyPr vert="horz" lIns="91440" tIns="45720" rIns="91440" bIns="45720" rtlCol="0" anchor="ctr"/>
          <a:lstStyle>
            <a:lvl1pPr algn="r">
              <a:defRPr sz="1200">
                <a:solidFill>
                  <a:schemeClr val="tx1"/>
                </a:solidFill>
              </a:defRPr>
            </a:lvl1pPr>
          </a:lstStyle>
          <a:p>
            <a:fld id="{38F8B3EF-6FCB-5342-834B-72C623FC3BE6}" type="slidenum">
              <a:rPr lang="en-RU" smtClean="0"/>
              <a:pPr/>
              <a:t>‹#›</a:t>
            </a:fld>
            <a:endParaRPr lang="en-RU" sz="1200"/>
          </a:p>
        </p:txBody>
      </p:sp>
      <p:sp>
        <p:nvSpPr>
          <p:cNvPr id="26" name="Text Placeholder 12">
            <a:extLst>
              <a:ext uri="{FF2B5EF4-FFF2-40B4-BE49-F238E27FC236}">
                <a16:creationId xmlns:a16="http://schemas.microsoft.com/office/drawing/2014/main" id="{5D32027A-BA40-5744-9362-5CC66DB3F87C}"/>
              </a:ext>
            </a:extLst>
          </p:cNvPr>
          <p:cNvSpPr>
            <a:spLocks noGrp="1"/>
          </p:cNvSpPr>
          <p:nvPr>
            <p:ph type="body" sz="quarter" idx="10" hasCustomPrompt="1"/>
          </p:nvPr>
        </p:nvSpPr>
        <p:spPr>
          <a:xfrm>
            <a:off x="542375" y="223613"/>
            <a:ext cx="9084225" cy="431800"/>
          </a:xfrm>
        </p:spPr>
        <p:txBody>
          <a:bodyPr/>
          <a:lstStyle>
            <a:lvl1pPr>
              <a:spcBef>
                <a:spcPts val="500"/>
              </a:spcBef>
              <a:buNone/>
              <a:defRPr b="1"/>
            </a:lvl1pPr>
          </a:lstStyle>
          <a:p>
            <a:pPr lvl="0"/>
            <a:r>
              <a:rPr lang="ru-RU" dirty="0"/>
              <a:t>Заголовок слайда</a:t>
            </a:r>
            <a:endParaRPr lang="en-RU" dirty="0"/>
          </a:p>
        </p:txBody>
      </p:sp>
      <p:sp>
        <p:nvSpPr>
          <p:cNvPr id="27" name="Text Placeholder 14">
            <a:extLst>
              <a:ext uri="{FF2B5EF4-FFF2-40B4-BE49-F238E27FC236}">
                <a16:creationId xmlns:a16="http://schemas.microsoft.com/office/drawing/2014/main" id="{1C4CE9EF-33D5-3B42-8451-A79682399D5C}"/>
              </a:ext>
            </a:extLst>
          </p:cNvPr>
          <p:cNvSpPr>
            <a:spLocks noGrp="1"/>
          </p:cNvSpPr>
          <p:nvPr>
            <p:ph type="body" sz="quarter" idx="11" hasCustomPrompt="1"/>
          </p:nvPr>
        </p:nvSpPr>
        <p:spPr>
          <a:xfrm>
            <a:off x="543483" y="655413"/>
            <a:ext cx="9082963" cy="388938"/>
          </a:xfrm>
        </p:spPr>
        <p:txBody>
          <a:bodyPr>
            <a:noAutofit/>
          </a:bodyPr>
          <a:lstStyle>
            <a:lvl1pPr>
              <a:buNone/>
              <a:defRPr sz="1800"/>
            </a:lvl1pPr>
          </a:lstStyle>
          <a:p>
            <a:pPr lvl="0"/>
            <a:r>
              <a:rPr lang="ru-RU" dirty="0"/>
              <a:t>Подзаголовок слайда</a:t>
            </a:r>
            <a:endParaRPr lang="en-RU" dirty="0"/>
          </a:p>
        </p:txBody>
      </p:sp>
    </p:spTree>
    <p:extLst>
      <p:ext uri="{BB962C8B-B14F-4D97-AF65-F5344CB8AC3E}">
        <p14:creationId xmlns:p14="http://schemas.microsoft.com/office/powerpoint/2010/main" val="2823943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Слайд с фото">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283C7CF8-D83B-DB42-977C-8959691AB246}"/>
              </a:ext>
            </a:extLst>
          </p:cNvPr>
          <p:cNvCxnSpPr/>
          <p:nvPr userDrawn="1"/>
        </p:nvCxnSpPr>
        <p:spPr>
          <a:xfrm>
            <a:off x="647700" y="1225256"/>
            <a:ext cx="110363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Slide Number Placeholder 5">
            <a:extLst>
              <a:ext uri="{FF2B5EF4-FFF2-40B4-BE49-F238E27FC236}">
                <a16:creationId xmlns:a16="http://schemas.microsoft.com/office/drawing/2014/main" id="{7BD17CF6-58F5-5842-8379-E559E9B5C2F3}"/>
              </a:ext>
            </a:extLst>
          </p:cNvPr>
          <p:cNvSpPr>
            <a:spLocks noGrp="1"/>
          </p:cNvSpPr>
          <p:nvPr>
            <p:ph type="sldNum" sz="quarter" idx="4"/>
          </p:nvPr>
        </p:nvSpPr>
        <p:spPr>
          <a:xfrm>
            <a:off x="11004698" y="6408737"/>
            <a:ext cx="679302" cy="365125"/>
          </a:xfrm>
          <a:prstGeom prst="rect">
            <a:avLst/>
          </a:prstGeom>
        </p:spPr>
        <p:txBody>
          <a:bodyPr vert="horz" lIns="91440" tIns="45720" rIns="91440" bIns="45720" rtlCol="0" anchor="ctr"/>
          <a:lstStyle>
            <a:lvl1pPr algn="r">
              <a:defRPr sz="1200">
                <a:solidFill>
                  <a:schemeClr val="tx1"/>
                </a:solidFill>
              </a:defRPr>
            </a:lvl1pPr>
          </a:lstStyle>
          <a:p>
            <a:fld id="{38F8B3EF-6FCB-5342-834B-72C623FC3BE6}" type="slidenum">
              <a:rPr lang="en-RU" smtClean="0"/>
              <a:pPr/>
              <a:t>‹#›</a:t>
            </a:fld>
            <a:endParaRPr lang="en-RU" sz="1200"/>
          </a:p>
        </p:txBody>
      </p:sp>
      <p:sp>
        <p:nvSpPr>
          <p:cNvPr id="3" name="Picture Placeholder 2">
            <a:extLst>
              <a:ext uri="{FF2B5EF4-FFF2-40B4-BE49-F238E27FC236}">
                <a16:creationId xmlns:a16="http://schemas.microsoft.com/office/drawing/2014/main" id="{11D1F606-21DB-514E-B83F-F17F877EBD56}"/>
              </a:ext>
            </a:extLst>
          </p:cNvPr>
          <p:cNvSpPr>
            <a:spLocks noGrp="1"/>
          </p:cNvSpPr>
          <p:nvPr>
            <p:ph type="pic" sz="quarter" idx="12"/>
          </p:nvPr>
        </p:nvSpPr>
        <p:spPr>
          <a:xfrm>
            <a:off x="5922910" y="3554733"/>
            <a:ext cx="1815458" cy="1815458"/>
          </a:xfrm>
        </p:spPr>
        <p:txBody>
          <a:bodyPr/>
          <a:lstStyle>
            <a:lvl1pPr>
              <a:buNone/>
              <a:defRPr sz="1200"/>
            </a:lvl1pPr>
          </a:lstStyle>
          <a:p>
            <a:endParaRPr lang="en-RU"/>
          </a:p>
        </p:txBody>
      </p:sp>
      <p:sp>
        <p:nvSpPr>
          <p:cNvPr id="5" name="Picture Placeholder 4">
            <a:extLst>
              <a:ext uri="{FF2B5EF4-FFF2-40B4-BE49-F238E27FC236}">
                <a16:creationId xmlns:a16="http://schemas.microsoft.com/office/drawing/2014/main" id="{8C8901E3-F301-2049-B879-B0ED9B1DADE5}"/>
              </a:ext>
            </a:extLst>
          </p:cNvPr>
          <p:cNvSpPr>
            <a:spLocks noGrp="1"/>
          </p:cNvSpPr>
          <p:nvPr>
            <p:ph type="pic" sz="quarter" idx="13"/>
          </p:nvPr>
        </p:nvSpPr>
        <p:spPr>
          <a:xfrm>
            <a:off x="7886839" y="3554733"/>
            <a:ext cx="1831561" cy="1831561"/>
          </a:xfrm>
        </p:spPr>
        <p:txBody>
          <a:bodyPr/>
          <a:lstStyle>
            <a:lvl1pPr>
              <a:buNone/>
              <a:defRPr sz="1200"/>
            </a:lvl1pPr>
          </a:lstStyle>
          <a:p>
            <a:endParaRPr lang="en-RU"/>
          </a:p>
        </p:txBody>
      </p:sp>
      <p:sp>
        <p:nvSpPr>
          <p:cNvPr id="8" name="Picture Placeholder 7">
            <a:extLst>
              <a:ext uri="{FF2B5EF4-FFF2-40B4-BE49-F238E27FC236}">
                <a16:creationId xmlns:a16="http://schemas.microsoft.com/office/drawing/2014/main" id="{6C8B10EC-494E-884B-A4DB-170AA830C29E}"/>
              </a:ext>
            </a:extLst>
          </p:cNvPr>
          <p:cNvSpPr>
            <a:spLocks noGrp="1"/>
          </p:cNvSpPr>
          <p:nvPr>
            <p:ph type="pic" sz="quarter" idx="14"/>
          </p:nvPr>
        </p:nvSpPr>
        <p:spPr>
          <a:xfrm>
            <a:off x="9860490" y="3554733"/>
            <a:ext cx="1831561" cy="1831561"/>
          </a:xfrm>
        </p:spPr>
        <p:txBody>
          <a:bodyPr/>
          <a:lstStyle>
            <a:lvl1pPr>
              <a:buNone/>
              <a:defRPr sz="1200"/>
            </a:lvl1pPr>
          </a:lstStyle>
          <a:p>
            <a:endParaRPr lang="en-RU"/>
          </a:p>
        </p:txBody>
      </p:sp>
      <p:sp>
        <p:nvSpPr>
          <p:cNvPr id="11" name="Picture Placeholder 10">
            <a:extLst>
              <a:ext uri="{FF2B5EF4-FFF2-40B4-BE49-F238E27FC236}">
                <a16:creationId xmlns:a16="http://schemas.microsoft.com/office/drawing/2014/main" id="{FB0CF32E-5E12-C045-865B-E23654791745}"/>
              </a:ext>
            </a:extLst>
          </p:cNvPr>
          <p:cNvSpPr>
            <a:spLocks noGrp="1"/>
          </p:cNvSpPr>
          <p:nvPr>
            <p:ph type="pic" sz="quarter" idx="15"/>
          </p:nvPr>
        </p:nvSpPr>
        <p:spPr>
          <a:xfrm>
            <a:off x="9868542" y="1571107"/>
            <a:ext cx="1815458" cy="1815460"/>
          </a:xfrm>
        </p:spPr>
        <p:txBody>
          <a:bodyPr/>
          <a:lstStyle>
            <a:lvl1pPr>
              <a:buNone/>
              <a:defRPr sz="1200"/>
            </a:lvl1pPr>
          </a:lstStyle>
          <a:p>
            <a:endParaRPr lang="en-RU" dirty="0"/>
          </a:p>
        </p:txBody>
      </p:sp>
      <p:sp>
        <p:nvSpPr>
          <p:cNvPr id="14" name="Picture Placeholder 13">
            <a:extLst>
              <a:ext uri="{FF2B5EF4-FFF2-40B4-BE49-F238E27FC236}">
                <a16:creationId xmlns:a16="http://schemas.microsoft.com/office/drawing/2014/main" id="{288AC6B4-0AEA-1647-983B-A5AB0626D6A2}"/>
              </a:ext>
            </a:extLst>
          </p:cNvPr>
          <p:cNvSpPr>
            <a:spLocks noGrp="1"/>
          </p:cNvSpPr>
          <p:nvPr>
            <p:ph type="pic" sz="quarter" idx="16"/>
          </p:nvPr>
        </p:nvSpPr>
        <p:spPr>
          <a:xfrm>
            <a:off x="7886839" y="1571107"/>
            <a:ext cx="1833232" cy="1830692"/>
          </a:xfrm>
        </p:spPr>
        <p:txBody>
          <a:bodyPr/>
          <a:lstStyle>
            <a:lvl1pPr>
              <a:buNone/>
              <a:defRPr sz="1200"/>
            </a:lvl1pPr>
          </a:lstStyle>
          <a:p>
            <a:endParaRPr lang="en-RU"/>
          </a:p>
        </p:txBody>
      </p:sp>
      <p:sp>
        <p:nvSpPr>
          <p:cNvPr id="18" name="Picture Placeholder 17">
            <a:extLst>
              <a:ext uri="{FF2B5EF4-FFF2-40B4-BE49-F238E27FC236}">
                <a16:creationId xmlns:a16="http://schemas.microsoft.com/office/drawing/2014/main" id="{82B90B2B-9B91-5C40-B1FB-CAE251BD56EC}"/>
              </a:ext>
            </a:extLst>
          </p:cNvPr>
          <p:cNvSpPr>
            <a:spLocks noGrp="1"/>
          </p:cNvSpPr>
          <p:nvPr>
            <p:ph type="pic" sz="quarter" idx="17"/>
          </p:nvPr>
        </p:nvSpPr>
        <p:spPr>
          <a:xfrm>
            <a:off x="5905136" y="1571107"/>
            <a:ext cx="1833232" cy="1830692"/>
          </a:xfrm>
        </p:spPr>
        <p:txBody>
          <a:bodyPr/>
          <a:lstStyle>
            <a:lvl1pPr>
              <a:buNone/>
              <a:defRPr sz="1200"/>
            </a:lvl1pPr>
          </a:lstStyle>
          <a:p>
            <a:endParaRPr lang="en-RU"/>
          </a:p>
        </p:txBody>
      </p:sp>
      <p:sp>
        <p:nvSpPr>
          <p:cNvPr id="16" name="Text Placeholder 12">
            <a:extLst>
              <a:ext uri="{FF2B5EF4-FFF2-40B4-BE49-F238E27FC236}">
                <a16:creationId xmlns:a16="http://schemas.microsoft.com/office/drawing/2014/main" id="{38BE22ED-CFF1-EE40-B030-BBB8B4B73906}"/>
              </a:ext>
            </a:extLst>
          </p:cNvPr>
          <p:cNvSpPr>
            <a:spLocks noGrp="1"/>
          </p:cNvSpPr>
          <p:nvPr>
            <p:ph type="body" sz="quarter" idx="10" hasCustomPrompt="1"/>
          </p:nvPr>
        </p:nvSpPr>
        <p:spPr>
          <a:xfrm>
            <a:off x="542375" y="223613"/>
            <a:ext cx="9084225" cy="431800"/>
          </a:xfrm>
        </p:spPr>
        <p:txBody>
          <a:bodyPr/>
          <a:lstStyle>
            <a:lvl1pPr>
              <a:spcBef>
                <a:spcPts val="500"/>
              </a:spcBef>
              <a:buNone/>
              <a:defRPr b="1"/>
            </a:lvl1pPr>
          </a:lstStyle>
          <a:p>
            <a:pPr lvl="0"/>
            <a:r>
              <a:rPr lang="ru-RU" dirty="0"/>
              <a:t>Заголовок слайда</a:t>
            </a:r>
            <a:endParaRPr lang="en-RU" dirty="0"/>
          </a:p>
        </p:txBody>
      </p:sp>
      <p:sp>
        <p:nvSpPr>
          <p:cNvPr id="19" name="Text Placeholder 14">
            <a:extLst>
              <a:ext uri="{FF2B5EF4-FFF2-40B4-BE49-F238E27FC236}">
                <a16:creationId xmlns:a16="http://schemas.microsoft.com/office/drawing/2014/main" id="{037C40A9-C114-EF4E-B5BE-4367185499DA}"/>
              </a:ext>
            </a:extLst>
          </p:cNvPr>
          <p:cNvSpPr>
            <a:spLocks noGrp="1"/>
          </p:cNvSpPr>
          <p:nvPr>
            <p:ph type="body" sz="quarter" idx="11" hasCustomPrompt="1"/>
          </p:nvPr>
        </p:nvSpPr>
        <p:spPr>
          <a:xfrm>
            <a:off x="543483" y="655413"/>
            <a:ext cx="9082963" cy="388938"/>
          </a:xfrm>
        </p:spPr>
        <p:txBody>
          <a:bodyPr>
            <a:noAutofit/>
          </a:bodyPr>
          <a:lstStyle>
            <a:lvl1pPr>
              <a:buNone/>
              <a:defRPr sz="1800"/>
            </a:lvl1pPr>
          </a:lstStyle>
          <a:p>
            <a:pPr lvl="0"/>
            <a:r>
              <a:rPr lang="ru-RU" dirty="0"/>
              <a:t>Подзаголовок слайда</a:t>
            </a:r>
            <a:endParaRPr lang="en-RU" dirty="0"/>
          </a:p>
        </p:txBody>
      </p:sp>
    </p:spTree>
    <p:extLst>
      <p:ext uri="{BB962C8B-B14F-4D97-AF65-F5344CB8AC3E}">
        <p14:creationId xmlns:p14="http://schemas.microsoft.com/office/powerpoint/2010/main" val="3191515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2925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Обложка 2 ru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8FC73E2-BDE0-9040-BC01-61BFACA179AA}"/>
              </a:ext>
            </a:extLst>
          </p:cNvPr>
          <p:cNvSpPr/>
          <p:nvPr userDrawn="1"/>
        </p:nvSpPr>
        <p:spPr>
          <a:xfrm>
            <a:off x="5239" y="4672362"/>
            <a:ext cx="467360" cy="956914"/>
          </a:xfrm>
          <a:prstGeom prst="rect">
            <a:avLst/>
          </a:prstGeom>
          <a:solidFill>
            <a:srgbClr val="FBB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pic>
        <p:nvPicPr>
          <p:cNvPr id="8" name="Graphic 7">
            <a:extLst>
              <a:ext uri="{FF2B5EF4-FFF2-40B4-BE49-F238E27FC236}">
                <a16:creationId xmlns:a16="http://schemas.microsoft.com/office/drawing/2014/main" id="{DF39C016-4D7C-4E48-8C96-61B5C549455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47843" y="594519"/>
            <a:ext cx="2555822" cy="533746"/>
          </a:xfrm>
          <a:prstGeom prst="rect">
            <a:avLst/>
          </a:prstGeom>
        </p:spPr>
      </p:pic>
      <p:pic>
        <p:nvPicPr>
          <p:cNvPr id="6" name="Graphic 19">
            <a:extLst>
              <a:ext uri="{FF2B5EF4-FFF2-40B4-BE49-F238E27FC236}">
                <a16:creationId xmlns:a16="http://schemas.microsoft.com/office/drawing/2014/main" id="{36250659-3C0E-C645-B42B-9CAF4232FFF6}"/>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r="33123"/>
          <a:stretch/>
        </p:blipFill>
        <p:spPr>
          <a:xfrm>
            <a:off x="6774094" y="-1314"/>
            <a:ext cx="5417906" cy="6859314"/>
          </a:xfrm>
          <a:prstGeom prst="rect">
            <a:avLst/>
          </a:prstGeom>
        </p:spPr>
      </p:pic>
      <p:sp>
        <p:nvSpPr>
          <p:cNvPr id="12" name="Text Placeholder 11">
            <a:extLst>
              <a:ext uri="{FF2B5EF4-FFF2-40B4-BE49-F238E27FC236}">
                <a16:creationId xmlns:a16="http://schemas.microsoft.com/office/drawing/2014/main" id="{B277734B-B462-664E-A4C8-75707070FE46}"/>
              </a:ext>
            </a:extLst>
          </p:cNvPr>
          <p:cNvSpPr>
            <a:spLocks noGrp="1"/>
          </p:cNvSpPr>
          <p:nvPr>
            <p:ph type="body" sz="quarter" idx="11" hasCustomPrompt="1"/>
          </p:nvPr>
        </p:nvSpPr>
        <p:spPr>
          <a:xfrm>
            <a:off x="1412558" y="4628039"/>
            <a:ext cx="9590722" cy="1635442"/>
          </a:xfrm>
          <a:prstGeom prst="rect">
            <a:avLst/>
          </a:prstGeom>
        </p:spPr>
        <p:txBody>
          <a:bodyPr lIns="90000">
            <a:noAutofit/>
          </a:bodyPr>
          <a:lstStyle>
            <a:lvl1pPr marL="0">
              <a:lnSpc>
                <a:spcPts val="5760"/>
              </a:lnSpc>
              <a:spcBef>
                <a:spcPts val="0"/>
              </a:spcBef>
              <a:buNone/>
              <a:defRPr sz="6800" b="1" cap="all" baseline="0">
                <a:solidFill>
                  <a:schemeClr val="bg1"/>
                </a:solidFill>
              </a:defRPr>
            </a:lvl1pPr>
          </a:lstStyle>
          <a:p>
            <a:pPr lvl="0"/>
            <a:r>
              <a:rPr lang="ru-RU" dirty="0"/>
              <a:t>НАЗВАНИЕ</a:t>
            </a:r>
          </a:p>
          <a:p>
            <a:pPr lvl="0"/>
            <a:r>
              <a:rPr lang="ru-RU" dirty="0"/>
              <a:t>ПРЕЗЕНТАЦИИ</a:t>
            </a:r>
            <a:endParaRPr lang="en-RU" dirty="0"/>
          </a:p>
        </p:txBody>
      </p:sp>
    </p:spTree>
    <p:extLst>
      <p:ext uri="{BB962C8B-B14F-4D97-AF65-F5344CB8AC3E}">
        <p14:creationId xmlns:p14="http://schemas.microsoft.com/office/powerpoint/2010/main" val="2711492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Разделитель 6 rus">
    <p:bg>
      <p:bgPr>
        <a:solidFill>
          <a:schemeClr val="bg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09395C92-825D-7243-B3CC-3408323591C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3855" y="0"/>
            <a:ext cx="12261367" cy="6881091"/>
          </a:xfrm>
          <a:prstGeom prst="rect">
            <a:avLst/>
          </a:prstGeom>
        </p:spPr>
      </p:pic>
      <p:sp>
        <p:nvSpPr>
          <p:cNvPr id="8" name="Text Placeholder 11">
            <a:extLst>
              <a:ext uri="{FF2B5EF4-FFF2-40B4-BE49-F238E27FC236}">
                <a16:creationId xmlns:a16="http://schemas.microsoft.com/office/drawing/2014/main" id="{1101D3DC-174C-0140-842A-C0DEF9148951}"/>
              </a:ext>
            </a:extLst>
          </p:cNvPr>
          <p:cNvSpPr>
            <a:spLocks noGrp="1"/>
          </p:cNvSpPr>
          <p:nvPr>
            <p:ph type="body" sz="quarter" idx="11" hasCustomPrompt="1"/>
          </p:nvPr>
        </p:nvSpPr>
        <p:spPr>
          <a:xfrm>
            <a:off x="1412558" y="4628039"/>
            <a:ext cx="9590722" cy="1635442"/>
          </a:xfrm>
          <a:prstGeom prst="rect">
            <a:avLst/>
          </a:prstGeom>
        </p:spPr>
        <p:txBody>
          <a:bodyPr>
            <a:noAutofit/>
          </a:bodyPr>
          <a:lstStyle>
            <a:lvl1pPr marL="0" indent="0">
              <a:lnSpc>
                <a:spcPts val="5760"/>
              </a:lnSpc>
              <a:spcBef>
                <a:spcPts val="0"/>
              </a:spcBef>
              <a:buNone/>
              <a:defRPr sz="6800" b="1" cap="all" baseline="0">
                <a:solidFill>
                  <a:schemeClr val="bg1"/>
                </a:solidFill>
              </a:defRPr>
            </a:lvl1pPr>
          </a:lstStyle>
          <a:p>
            <a:pPr lvl="0"/>
            <a:r>
              <a:rPr lang="ru-RU" dirty="0"/>
              <a:t>РАЗДЕЛИТЕЛЬ</a:t>
            </a:r>
            <a:endParaRPr lang="en-RU" dirty="0"/>
          </a:p>
        </p:txBody>
      </p:sp>
      <p:sp>
        <p:nvSpPr>
          <p:cNvPr id="9" name="Rectangle 8">
            <a:extLst>
              <a:ext uri="{FF2B5EF4-FFF2-40B4-BE49-F238E27FC236}">
                <a16:creationId xmlns:a16="http://schemas.microsoft.com/office/drawing/2014/main" id="{E82532F9-C4F9-A04E-8466-73A787ACC5AF}"/>
              </a:ext>
            </a:extLst>
          </p:cNvPr>
          <p:cNvSpPr/>
          <p:nvPr userDrawn="1"/>
        </p:nvSpPr>
        <p:spPr>
          <a:xfrm>
            <a:off x="5239" y="4672361"/>
            <a:ext cx="467360" cy="1285116"/>
          </a:xfrm>
          <a:prstGeom prst="rect">
            <a:avLst/>
          </a:prstGeom>
          <a:solidFill>
            <a:srgbClr val="ED6A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RU"/>
          </a:p>
        </p:txBody>
      </p:sp>
      <p:pic>
        <p:nvPicPr>
          <p:cNvPr id="14" name="Graphic 13">
            <a:extLst>
              <a:ext uri="{FF2B5EF4-FFF2-40B4-BE49-F238E27FC236}">
                <a16:creationId xmlns:a16="http://schemas.microsoft.com/office/drawing/2014/main" id="{CF656107-AF8F-894D-A0B2-6588DC9F672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47843" y="594518"/>
            <a:ext cx="2551292" cy="532800"/>
          </a:xfrm>
          <a:prstGeom prst="rect">
            <a:avLst/>
          </a:prstGeom>
        </p:spPr>
      </p:pic>
      <p:sp>
        <p:nvSpPr>
          <p:cNvPr id="10" name="Text Placeholder 15">
            <a:extLst>
              <a:ext uri="{FF2B5EF4-FFF2-40B4-BE49-F238E27FC236}">
                <a16:creationId xmlns:a16="http://schemas.microsoft.com/office/drawing/2014/main" id="{DE0765CC-0079-0F46-90DB-60B835467AF5}"/>
              </a:ext>
            </a:extLst>
          </p:cNvPr>
          <p:cNvSpPr>
            <a:spLocks noGrp="1"/>
          </p:cNvSpPr>
          <p:nvPr>
            <p:ph type="body" sz="quarter" idx="12" hasCustomPrompt="1"/>
          </p:nvPr>
        </p:nvSpPr>
        <p:spPr>
          <a:xfrm>
            <a:off x="8867644" y="457777"/>
            <a:ext cx="2576513" cy="2840038"/>
          </a:xfrm>
        </p:spPr>
        <p:txBody>
          <a:bodyPr>
            <a:normAutofit/>
          </a:bodyPr>
          <a:lstStyle>
            <a:lvl1pPr algn="r">
              <a:buNone/>
              <a:defRPr sz="19900">
                <a:solidFill>
                  <a:schemeClr val="bg1"/>
                </a:solidFill>
                <a:latin typeface="+mj-lt"/>
              </a:defRPr>
            </a:lvl1pPr>
            <a:lvl2pPr>
              <a:defRPr>
                <a:solidFill>
                  <a:schemeClr val="bg1"/>
                </a:solidFill>
                <a:latin typeface="+mj-lt"/>
              </a:defRPr>
            </a:lvl2pPr>
            <a:lvl3pPr>
              <a:defRPr>
                <a:solidFill>
                  <a:schemeClr val="bg1"/>
                </a:solidFill>
                <a:latin typeface="+mj-lt"/>
              </a:defRPr>
            </a:lvl3pPr>
            <a:lvl4pPr>
              <a:defRPr>
                <a:solidFill>
                  <a:schemeClr val="bg1"/>
                </a:solidFill>
                <a:latin typeface="+mj-lt"/>
              </a:defRPr>
            </a:lvl4pPr>
            <a:lvl5pPr>
              <a:defRPr>
                <a:solidFill>
                  <a:schemeClr val="bg1"/>
                </a:solidFill>
                <a:latin typeface="+mj-lt"/>
              </a:defRPr>
            </a:lvl5pPr>
          </a:lstStyle>
          <a:p>
            <a:pPr lvl="0"/>
            <a:r>
              <a:rPr lang="ru-RU" dirty="0"/>
              <a:t>0</a:t>
            </a:r>
            <a:endParaRPr lang="en-RU" dirty="0"/>
          </a:p>
        </p:txBody>
      </p:sp>
    </p:spTree>
    <p:extLst>
      <p:ext uri="{BB962C8B-B14F-4D97-AF65-F5344CB8AC3E}">
        <p14:creationId xmlns:p14="http://schemas.microsoft.com/office/powerpoint/2010/main" val="33505347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lide eng">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283C7CF8-D83B-DB42-977C-8959691AB246}"/>
              </a:ext>
            </a:extLst>
          </p:cNvPr>
          <p:cNvCxnSpPr/>
          <p:nvPr userDrawn="1"/>
        </p:nvCxnSpPr>
        <p:spPr>
          <a:xfrm>
            <a:off x="647700" y="1225256"/>
            <a:ext cx="110363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Slide Number Placeholder 5">
            <a:extLst>
              <a:ext uri="{FF2B5EF4-FFF2-40B4-BE49-F238E27FC236}">
                <a16:creationId xmlns:a16="http://schemas.microsoft.com/office/drawing/2014/main" id="{7BD17CF6-58F5-5842-8379-E559E9B5C2F3}"/>
              </a:ext>
            </a:extLst>
          </p:cNvPr>
          <p:cNvSpPr>
            <a:spLocks noGrp="1"/>
          </p:cNvSpPr>
          <p:nvPr>
            <p:ph type="sldNum" sz="quarter" idx="4"/>
          </p:nvPr>
        </p:nvSpPr>
        <p:spPr>
          <a:xfrm>
            <a:off x="11004698" y="6408737"/>
            <a:ext cx="679302" cy="365125"/>
          </a:xfrm>
          <a:prstGeom prst="rect">
            <a:avLst/>
          </a:prstGeom>
        </p:spPr>
        <p:txBody>
          <a:bodyPr vert="horz" lIns="91440" tIns="45720" rIns="91440" bIns="45720" rtlCol="0" anchor="ctr"/>
          <a:lstStyle>
            <a:lvl1pPr algn="r">
              <a:defRPr sz="1200">
                <a:solidFill>
                  <a:schemeClr val="tx1"/>
                </a:solidFill>
              </a:defRPr>
            </a:lvl1pPr>
          </a:lstStyle>
          <a:p>
            <a:fld id="{38F8B3EF-6FCB-5342-834B-72C623FC3BE6}" type="slidenum">
              <a:rPr lang="en-RU" smtClean="0"/>
              <a:pPr/>
              <a:t>‹#›</a:t>
            </a:fld>
            <a:endParaRPr lang="en-RU" sz="1200"/>
          </a:p>
        </p:txBody>
      </p:sp>
      <p:sp>
        <p:nvSpPr>
          <p:cNvPr id="7" name="Text Placeholder 12">
            <a:extLst>
              <a:ext uri="{FF2B5EF4-FFF2-40B4-BE49-F238E27FC236}">
                <a16:creationId xmlns:a16="http://schemas.microsoft.com/office/drawing/2014/main" id="{F4CA98AD-CB76-A947-889A-B4EEF5C22273}"/>
              </a:ext>
            </a:extLst>
          </p:cNvPr>
          <p:cNvSpPr>
            <a:spLocks noGrp="1"/>
          </p:cNvSpPr>
          <p:nvPr>
            <p:ph type="body" sz="quarter" idx="10" hasCustomPrompt="1"/>
          </p:nvPr>
        </p:nvSpPr>
        <p:spPr>
          <a:xfrm>
            <a:off x="542375" y="223613"/>
            <a:ext cx="9084225" cy="431800"/>
          </a:xfrm>
        </p:spPr>
        <p:txBody>
          <a:bodyPr/>
          <a:lstStyle>
            <a:lvl1pPr>
              <a:spcBef>
                <a:spcPts val="500"/>
              </a:spcBef>
              <a:buNone/>
              <a:defRPr b="1"/>
            </a:lvl1pPr>
          </a:lstStyle>
          <a:p>
            <a:pPr lvl="0"/>
            <a:r>
              <a:rPr lang="en-US" dirty="0"/>
              <a:t>Title</a:t>
            </a:r>
            <a:endParaRPr lang="en-RU" dirty="0"/>
          </a:p>
        </p:txBody>
      </p:sp>
      <p:sp>
        <p:nvSpPr>
          <p:cNvPr id="10" name="Text Placeholder 14">
            <a:extLst>
              <a:ext uri="{FF2B5EF4-FFF2-40B4-BE49-F238E27FC236}">
                <a16:creationId xmlns:a16="http://schemas.microsoft.com/office/drawing/2014/main" id="{A2441E5E-CFBE-0546-A2F4-B0791DC8019D}"/>
              </a:ext>
            </a:extLst>
          </p:cNvPr>
          <p:cNvSpPr>
            <a:spLocks noGrp="1"/>
          </p:cNvSpPr>
          <p:nvPr>
            <p:ph type="body" sz="quarter" idx="11" hasCustomPrompt="1"/>
          </p:nvPr>
        </p:nvSpPr>
        <p:spPr>
          <a:xfrm>
            <a:off x="543483" y="655413"/>
            <a:ext cx="9082963" cy="388938"/>
          </a:xfrm>
        </p:spPr>
        <p:txBody>
          <a:bodyPr>
            <a:noAutofit/>
          </a:bodyPr>
          <a:lstStyle>
            <a:lvl1pPr>
              <a:buNone/>
              <a:defRPr sz="1800"/>
            </a:lvl1pPr>
          </a:lstStyle>
          <a:p>
            <a:pPr lvl="0"/>
            <a:r>
              <a:rPr lang="en-US" dirty="0"/>
              <a:t>Subtitle</a:t>
            </a:r>
            <a:endParaRPr lang="en-RU" dirty="0"/>
          </a:p>
        </p:txBody>
      </p:sp>
    </p:spTree>
    <p:extLst>
      <p:ext uri="{BB962C8B-B14F-4D97-AF65-F5344CB8AC3E}">
        <p14:creationId xmlns:p14="http://schemas.microsoft.com/office/powerpoint/2010/main" val="1855111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Титульный слайд №1">
    <p:bg>
      <p:bgPr>
        <a:solidFill>
          <a:srgbClr val="2B3137"/>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62714A9-02B4-4D07-ADA7-273834BFDEBB}"/>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6792" name="Слайд think-cell" r:id="rId4" imgW="359" imgH="360" progId="TCLayout.ActiveDocument.1">
                  <p:embed/>
                </p:oleObj>
              </mc:Choice>
              <mc:Fallback>
                <p:oleObj name="Слайд think-cell" r:id="rId4" imgW="359" imgH="360" progId="TCLayout.ActiveDocument.1">
                  <p:embed/>
                  <p:pic>
                    <p:nvPicPr>
                      <p:cNvPr id="5" name="think-cell data - do not delete" hidden="1">
                        <a:extLst>
                          <a:ext uri="{FF2B5EF4-FFF2-40B4-BE49-F238E27FC236}">
                            <a16:creationId xmlns:a16="http://schemas.microsoft.com/office/drawing/2014/main" id="{562714A9-02B4-4D07-ADA7-273834BFDEB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3" name="Рисунок 2">
            <a:extLst>
              <a:ext uri="{FF2B5EF4-FFF2-40B4-BE49-F238E27FC236}">
                <a16:creationId xmlns:a16="http://schemas.microsoft.com/office/drawing/2014/main" id="{589513E4-3A2A-0EAB-B9E1-D67938DEF95D}"/>
              </a:ext>
            </a:extLst>
          </p:cNvPr>
          <p:cNvPicPr>
            <a:picLocks noChangeAspect="1"/>
          </p:cNvPicPr>
          <p:nvPr userDrawn="1"/>
        </p:nvPicPr>
        <p:blipFill>
          <a:blip r:embed="rId6"/>
          <a:stretch>
            <a:fillRect/>
          </a:stretch>
        </p:blipFill>
        <p:spPr>
          <a:xfrm>
            <a:off x="0" y="0"/>
            <a:ext cx="12192000" cy="6858000"/>
          </a:xfrm>
          <a:prstGeom prst="rect">
            <a:avLst/>
          </a:prstGeom>
        </p:spPr>
      </p:pic>
      <p:sp>
        <p:nvSpPr>
          <p:cNvPr id="7" name="Заголовок 1">
            <a:extLst>
              <a:ext uri="{FF2B5EF4-FFF2-40B4-BE49-F238E27FC236}">
                <a16:creationId xmlns:a16="http://schemas.microsoft.com/office/drawing/2014/main" id="{10E66AE3-27F3-7AFB-18F8-52F53CB8E81C}"/>
              </a:ext>
            </a:extLst>
          </p:cNvPr>
          <p:cNvSpPr>
            <a:spLocks noGrp="1"/>
          </p:cNvSpPr>
          <p:nvPr>
            <p:ph type="title" hasCustomPrompt="1"/>
          </p:nvPr>
        </p:nvSpPr>
        <p:spPr>
          <a:xfrm>
            <a:off x="774700" y="2629369"/>
            <a:ext cx="9410584" cy="295664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lang="ru-RU" sz="6400" kern="1200" dirty="0">
                <a:solidFill>
                  <a:srgbClr val="B5BDD9"/>
                </a:solidFill>
                <a:latin typeface="Arial" panose="020B0604020202020204" pitchFamily="34" charset="0"/>
                <a:ea typeface="+mj-ea"/>
                <a:cs typeface="Arial" panose="020B0604020202020204" pitchFamily="34" charset="0"/>
              </a:defRPr>
            </a:lvl1pPr>
          </a:lstStyle>
          <a:p>
            <a:r>
              <a:rPr lang="ru-RU" dirty="0"/>
              <a:t>Название презентации</a:t>
            </a:r>
          </a:p>
        </p:txBody>
      </p:sp>
      <p:sp>
        <p:nvSpPr>
          <p:cNvPr id="4" name="Текст 3">
            <a:extLst>
              <a:ext uri="{FF2B5EF4-FFF2-40B4-BE49-F238E27FC236}">
                <a16:creationId xmlns:a16="http://schemas.microsoft.com/office/drawing/2014/main" id="{36CB750C-4279-9189-A6DF-4E72FECDF33E}"/>
              </a:ext>
            </a:extLst>
          </p:cNvPr>
          <p:cNvSpPr>
            <a:spLocks noGrp="1"/>
          </p:cNvSpPr>
          <p:nvPr>
            <p:ph type="body" sz="quarter" idx="10" hasCustomPrompt="1"/>
          </p:nvPr>
        </p:nvSpPr>
        <p:spPr>
          <a:xfrm>
            <a:off x="774700" y="5753100"/>
            <a:ext cx="9410584" cy="868363"/>
          </a:xfrm>
          <a:prstGeom prst="rect">
            <a:avLst/>
          </a:prstGeom>
        </p:spPr>
        <p:txBody>
          <a:bodyPr/>
          <a:lstStyle>
            <a:lvl1pPr>
              <a:lnSpc>
                <a:spcPct val="70000"/>
              </a:lnSpc>
              <a:defRPr>
                <a:solidFill>
                  <a:srgbClr val="7AEDB4"/>
                </a:solidFill>
                <a:latin typeface="Arial" panose="020B0604020202020204" pitchFamily="34" charset="0"/>
                <a:cs typeface="Arial" panose="020B0604020202020204" pitchFamily="34" charset="0"/>
              </a:defRPr>
            </a:lvl1pPr>
          </a:lstStyle>
          <a:p>
            <a:pPr lvl="0"/>
            <a:r>
              <a:rPr lang="ru-RU" dirty="0"/>
              <a:t>Подстрочник к названию (при наличии)</a:t>
            </a:r>
          </a:p>
        </p:txBody>
      </p:sp>
      <p:pic>
        <p:nvPicPr>
          <p:cNvPr id="9" name="Рисунок 8">
            <a:extLst>
              <a:ext uri="{FF2B5EF4-FFF2-40B4-BE49-F238E27FC236}">
                <a16:creationId xmlns:a16="http://schemas.microsoft.com/office/drawing/2014/main" id="{E84C2C58-4436-1830-7547-6F06F13B4E85}"/>
              </a:ext>
            </a:extLst>
          </p:cNvPr>
          <p:cNvPicPr>
            <a:picLocks noChangeAspect="1"/>
          </p:cNvPicPr>
          <p:nvPr userDrawn="1"/>
        </p:nvPicPr>
        <p:blipFill>
          <a:blip r:embed="rId7"/>
          <a:stretch>
            <a:fillRect/>
          </a:stretch>
        </p:blipFill>
        <p:spPr>
          <a:xfrm>
            <a:off x="774701" y="430315"/>
            <a:ext cx="2464270" cy="894959"/>
          </a:xfrm>
          <a:prstGeom prst="rect">
            <a:avLst/>
          </a:prstGeom>
        </p:spPr>
      </p:pic>
    </p:spTree>
    <p:extLst>
      <p:ext uri="{BB962C8B-B14F-4D97-AF65-F5344CB8AC3E}">
        <p14:creationId xmlns:p14="http://schemas.microsoft.com/office/powerpoint/2010/main" val="2418619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Титульный слайд №2 (зеленый фон)">
    <p:bg>
      <p:bgPr>
        <a:solidFill>
          <a:srgbClr val="7AEDB4"/>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008F6B7-2049-40CE-A5A3-2456F22762C5}"/>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7816" name="Слайд think-cell" r:id="rId4" imgW="359" imgH="360" progId="TCLayout.ActiveDocument.1">
                  <p:embed/>
                </p:oleObj>
              </mc:Choice>
              <mc:Fallback>
                <p:oleObj name="Слайд think-cell" r:id="rId4" imgW="359" imgH="360" progId="TCLayout.ActiveDocument.1">
                  <p:embed/>
                  <p:pic>
                    <p:nvPicPr>
                      <p:cNvPr id="5" name="think-cell data - do not delete" hidden="1">
                        <a:extLst>
                          <a:ext uri="{FF2B5EF4-FFF2-40B4-BE49-F238E27FC236}">
                            <a16:creationId xmlns:a16="http://schemas.microsoft.com/office/drawing/2014/main" id="{A008F6B7-2049-40CE-A5A3-2456F22762C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0" name="Рисунок 9">
            <a:extLst>
              <a:ext uri="{FF2B5EF4-FFF2-40B4-BE49-F238E27FC236}">
                <a16:creationId xmlns:a16="http://schemas.microsoft.com/office/drawing/2014/main" id="{872DCBFE-BB85-C645-74EF-CA3318C479D7}"/>
              </a:ext>
            </a:extLst>
          </p:cNvPr>
          <p:cNvPicPr>
            <a:picLocks noChangeAspect="1"/>
          </p:cNvPicPr>
          <p:nvPr userDrawn="1"/>
        </p:nvPicPr>
        <p:blipFill>
          <a:blip r:embed="rId6"/>
          <a:stretch>
            <a:fillRect/>
          </a:stretch>
        </p:blipFill>
        <p:spPr>
          <a:xfrm>
            <a:off x="0" y="236537"/>
            <a:ext cx="12192000" cy="6858000"/>
          </a:xfrm>
          <a:prstGeom prst="rect">
            <a:avLst/>
          </a:prstGeom>
        </p:spPr>
      </p:pic>
      <p:sp>
        <p:nvSpPr>
          <p:cNvPr id="7" name="Заголовок 1">
            <a:extLst>
              <a:ext uri="{FF2B5EF4-FFF2-40B4-BE49-F238E27FC236}">
                <a16:creationId xmlns:a16="http://schemas.microsoft.com/office/drawing/2014/main" id="{10E66AE3-27F3-7AFB-18F8-52F53CB8E81C}"/>
              </a:ext>
            </a:extLst>
          </p:cNvPr>
          <p:cNvSpPr>
            <a:spLocks noGrp="1"/>
          </p:cNvSpPr>
          <p:nvPr>
            <p:ph type="title" hasCustomPrompt="1"/>
          </p:nvPr>
        </p:nvSpPr>
        <p:spPr>
          <a:xfrm>
            <a:off x="774700" y="2629369"/>
            <a:ext cx="9410584" cy="2956644"/>
          </a:xfrm>
          <a:prstGeom prst="rect">
            <a:avLst/>
          </a:prstGeom>
        </p:spPr>
        <p:txBody>
          <a:bodyPr vert="horz" lIns="91440" tIns="45720" rIns="91440" bIns="45720" rtlCol="0" anchor="b">
            <a:noAutofit/>
          </a:bodyPr>
          <a:lstStyle>
            <a:lvl1pPr>
              <a:lnSpc>
                <a:spcPct val="80000"/>
              </a:lnSpc>
              <a:defRPr sz="6400">
                <a:solidFill>
                  <a:srgbClr val="2B3137"/>
                </a:solidFill>
                <a:latin typeface="Arial" panose="020B0604020202020204" pitchFamily="34" charset="0"/>
                <a:cs typeface="Arial" panose="020B0604020202020204" pitchFamily="34" charset="0"/>
              </a:defRPr>
            </a:lvl1pPr>
          </a:lstStyle>
          <a:p>
            <a:r>
              <a:rPr lang="ru-RU" dirty="0"/>
              <a:t>Название презентации</a:t>
            </a:r>
          </a:p>
        </p:txBody>
      </p:sp>
      <p:sp>
        <p:nvSpPr>
          <p:cNvPr id="4" name="Текст 3">
            <a:extLst>
              <a:ext uri="{FF2B5EF4-FFF2-40B4-BE49-F238E27FC236}">
                <a16:creationId xmlns:a16="http://schemas.microsoft.com/office/drawing/2014/main" id="{36CB750C-4279-9189-A6DF-4E72FECDF33E}"/>
              </a:ext>
            </a:extLst>
          </p:cNvPr>
          <p:cNvSpPr>
            <a:spLocks noGrp="1"/>
          </p:cNvSpPr>
          <p:nvPr>
            <p:ph type="body" sz="quarter" idx="10" hasCustomPrompt="1"/>
          </p:nvPr>
        </p:nvSpPr>
        <p:spPr>
          <a:xfrm>
            <a:off x="774700" y="5753100"/>
            <a:ext cx="9410584" cy="868363"/>
          </a:xfrm>
          <a:prstGeom prst="rect">
            <a:avLst/>
          </a:prstGeom>
        </p:spPr>
        <p:txBody>
          <a:bodyPr/>
          <a:lstStyle>
            <a:lvl1pPr>
              <a:lnSpc>
                <a:spcPct val="70000"/>
              </a:lnSpc>
              <a:defRPr>
                <a:solidFill>
                  <a:srgbClr val="FFFFFF"/>
                </a:solidFill>
                <a:latin typeface="Arial" panose="020B0604020202020204" pitchFamily="34" charset="0"/>
                <a:cs typeface="Arial" panose="020B0604020202020204" pitchFamily="34" charset="0"/>
              </a:defRPr>
            </a:lvl1pPr>
          </a:lstStyle>
          <a:p>
            <a:pPr lvl="0"/>
            <a:r>
              <a:rPr lang="ru-RU" dirty="0"/>
              <a:t>Подстрочник к названию (при наличии)</a:t>
            </a:r>
          </a:p>
        </p:txBody>
      </p:sp>
      <p:pic>
        <p:nvPicPr>
          <p:cNvPr id="2" name="Рисунок 1">
            <a:extLst>
              <a:ext uri="{FF2B5EF4-FFF2-40B4-BE49-F238E27FC236}">
                <a16:creationId xmlns:a16="http://schemas.microsoft.com/office/drawing/2014/main" id="{8B98DAC8-0C35-0A72-7A8A-0AA9D64F9545}"/>
              </a:ext>
            </a:extLst>
          </p:cNvPr>
          <p:cNvPicPr>
            <a:picLocks noChangeAspect="1"/>
          </p:cNvPicPr>
          <p:nvPr userDrawn="1"/>
        </p:nvPicPr>
        <p:blipFill>
          <a:blip r:embed="rId7"/>
          <a:stretch>
            <a:fillRect/>
          </a:stretch>
        </p:blipFill>
        <p:spPr>
          <a:xfrm>
            <a:off x="774700" y="429665"/>
            <a:ext cx="2464269" cy="894958"/>
          </a:xfrm>
          <a:prstGeom prst="rect">
            <a:avLst/>
          </a:prstGeom>
        </p:spPr>
      </p:pic>
    </p:spTree>
    <p:extLst>
      <p:ext uri="{BB962C8B-B14F-4D97-AF65-F5344CB8AC3E}">
        <p14:creationId xmlns:p14="http://schemas.microsoft.com/office/powerpoint/2010/main" val="2206681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Титульный слайд №3">
    <p:bg>
      <p:bgPr>
        <a:solidFill>
          <a:srgbClr val="2B3137"/>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9EF751A-A74C-4921-B7E8-D5ECB0020265}"/>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8840" name="Слайд think-cell" r:id="rId4" imgW="359" imgH="360" progId="TCLayout.ActiveDocument.1">
                  <p:embed/>
                </p:oleObj>
              </mc:Choice>
              <mc:Fallback>
                <p:oleObj name="Слайд think-cell" r:id="rId4" imgW="359" imgH="360" progId="TCLayout.ActiveDocument.1">
                  <p:embed/>
                  <p:pic>
                    <p:nvPicPr>
                      <p:cNvPr id="6" name="think-cell data - do not delete" hidden="1">
                        <a:extLst>
                          <a:ext uri="{FF2B5EF4-FFF2-40B4-BE49-F238E27FC236}">
                            <a16:creationId xmlns:a16="http://schemas.microsoft.com/office/drawing/2014/main" id="{49EF751A-A74C-4921-B7E8-D5ECB002026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Заголовок 1">
            <a:extLst>
              <a:ext uri="{FF2B5EF4-FFF2-40B4-BE49-F238E27FC236}">
                <a16:creationId xmlns:a16="http://schemas.microsoft.com/office/drawing/2014/main" id="{10E66AE3-27F3-7AFB-18F8-52F53CB8E81C}"/>
              </a:ext>
            </a:extLst>
          </p:cNvPr>
          <p:cNvSpPr>
            <a:spLocks noGrp="1"/>
          </p:cNvSpPr>
          <p:nvPr>
            <p:ph type="title" hasCustomPrompt="1"/>
          </p:nvPr>
        </p:nvSpPr>
        <p:spPr>
          <a:xfrm>
            <a:off x="774700" y="2629369"/>
            <a:ext cx="9410584" cy="2956644"/>
          </a:xfrm>
          <a:prstGeom prst="rect">
            <a:avLst/>
          </a:prstGeom>
        </p:spPr>
        <p:txBody>
          <a:bodyPr vert="horz" lIns="91440" tIns="45720" rIns="91440" bIns="45720" rtlCol="0" anchor="b">
            <a:noAutofit/>
          </a:bodyPr>
          <a:lstStyle>
            <a:lvl1pPr>
              <a:lnSpc>
                <a:spcPct val="80000"/>
              </a:lnSpc>
              <a:defRPr sz="6400">
                <a:solidFill>
                  <a:srgbClr val="B5BDD9"/>
                </a:solidFill>
                <a:latin typeface="Arial" panose="020B0604020202020204" pitchFamily="34" charset="0"/>
                <a:cs typeface="Arial" panose="020B0604020202020204" pitchFamily="34" charset="0"/>
              </a:defRPr>
            </a:lvl1pPr>
          </a:lstStyle>
          <a:p>
            <a:r>
              <a:rPr lang="ru-RU" dirty="0"/>
              <a:t>Название презентации</a:t>
            </a:r>
          </a:p>
        </p:txBody>
      </p:sp>
      <p:sp>
        <p:nvSpPr>
          <p:cNvPr id="4" name="Текст 3">
            <a:extLst>
              <a:ext uri="{FF2B5EF4-FFF2-40B4-BE49-F238E27FC236}">
                <a16:creationId xmlns:a16="http://schemas.microsoft.com/office/drawing/2014/main" id="{36CB750C-4279-9189-A6DF-4E72FECDF33E}"/>
              </a:ext>
            </a:extLst>
          </p:cNvPr>
          <p:cNvSpPr>
            <a:spLocks noGrp="1"/>
          </p:cNvSpPr>
          <p:nvPr>
            <p:ph type="body" sz="quarter" idx="10" hasCustomPrompt="1"/>
          </p:nvPr>
        </p:nvSpPr>
        <p:spPr>
          <a:xfrm>
            <a:off x="774700" y="5753100"/>
            <a:ext cx="9410584" cy="868363"/>
          </a:xfrm>
          <a:prstGeom prst="rect">
            <a:avLst/>
          </a:prstGeom>
        </p:spPr>
        <p:txBody>
          <a:bodyPr/>
          <a:lstStyle>
            <a:lvl1pPr>
              <a:lnSpc>
                <a:spcPct val="70000"/>
              </a:lnSpc>
              <a:defRPr>
                <a:solidFill>
                  <a:srgbClr val="7AEDB4"/>
                </a:solidFill>
                <a:latin typeface="Arial" panose="020B0604020202020204" pitchFamily="34" charset="0"/>
                <a:cs typeface="Arial" panose="020B0604020202020204" pitchFamily="34" charset="0"/>
              </a:defRPr>
            </a:lvl1pPr>
          </a:lstStyle>
          <a:p>
            <a:pPr lvl="0"/>
            <a:r>
              <a:rPr lang="ru-RU" dirty="0"/>
              <a:t>Подстрочник к названию (при наличии)</a:t>
            </a:r>
          </a:p>
        </p:txBody>
      </p:sp>
      <p:pic>
        <p:nvPicPr>
          <p:cNvPr id="2" name="Рисунок 1">
            <a:extLst>
              <a:ext uri="{FF2B5EF4-FFF2-40B4-BE49-F238E27FC236}">
                <a16:creationId xmlns:a16="http://schemas.microsoft.com/office/drawing/2014/main" id="{20107753-9097-232B-7A76-A2A6407D0F68}"/>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986201" y="0"/>
            <a:ext cx="5248798" cy="7082716"/>
          </a:xfrm>
          <a:prstGeom prst="rect">
            <a:avLst/>
          </a:prstGeom>
        </p:spPr>
      </p:pic>
      <p:pic>
        <p:nvPicPr>
          <p:cNvPr id="3" name="Рисунок 2">
            <a:extLst>
              <a:ext uri="{FF2B5EF4-FFF2-40B4-BE49-F238E27FC236}">
                <a16:creationId xmlns:a16="http://schemas.microsoft.com/office/drawing/2014/main" id="{7C5FACC8-ABCD-A6D9-2980-0865A2A6A852}"/>
              </a:ext>
            </a:extLst>
          </p:cNvPr>
          <p:cNvPicPr>
            <a:picLocks noChangeAspect="1"/>
          </p:cNvPicPr>
          <p:nvPr userDrawn="1"/>
        </p:nvPicPr>
        <p:blipFill>
          <a:blip r:embed="rId8"/>
          <a:stretch>
            <a:fillRect/>
          </a:stretch>
        </p:blipFill>
        <p:spPr>
          <a:xfrm>
            <a:off x="774701" y="430315"/>
            <a:ext cx="2464270" cy="894959"/>
          </a:xfrm>
          <a:prstGeom prst="rect">
            <a:avLst/>
          </a:prstGeom>
        </p:spPr>
      </p:pic>
    </p:spTree>
    <p:extLst>
      <p:ext uri="{BB962C8B-B14F-4D97-AF65-F5344CB8AC3E}">
        <p14:creationId xmlns:p14="http://schemas.microsoft.com/office/powerpoint/2010/main" val="4169262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Титульный слайд №4 (Зеленый фон)">
    <p:bg>
      <p:bgPr>
        <a:solidFill>
          <a:srgbClr val="7AEDB4"/>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B2A7B15-879C-40F2-9C30-2738B4D74844}"/>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9864" name="Слайд think-cell" r:id="rId4" imgW="359" imgH="360" progId="TCLayout.ActiveDocument.1">
                  <p:embed/>
                </p:oleObj>
              </mc:Choice>
              <mc:Fallback>
                <p:oleObj name="Слайд think-cell" r:id="rId4" imgW="359" imgH="360" progId="TCLayout.ActiveDocument.1">
                  <p:embed/>
                  <p:pic>
                    <p:nvPicPr>
                      <p:cNvPr id="3" name="think-cell data - do not delete" hidden="1">
                        <a:extLst>
                          <a:ext uri="{FF2B5EF4-FFF2-40B4-BE49-F238E27FC236}">
                            <a16:creationId xmlns:a16="http://schemas.microsoft.com/office/drawing/2014/main" id="{EB2A7B15-879C-40F2-9C30-2738B4D7484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5" name="Рисунок 14">
            <a:extLst>
              <a:ext uri="{FF2B5EF4-FFF2-40B4-BE49-F238E27FC236}">
                <a16:creationId xmlns:a16="http://schemas.microsoft.com/office/drawing/2014/main" id="{EF84386E-836C-12E8-6C0E-94854F3FBD94}"/>
              </a:ext>
            </a:extLst>
          </p:cNvPr>
          <p:cNvPicPr>
            <a:picLocks noChangeAspect="1"/>
          </p:cNvPicPr>
          <p:nvPr userDrawn="1"/>
        </p:nvPicPr>
        <p:blipFill rotWithShape="1">
          <a:blip r:embed="rId6">
            <a:alphaModFix amt="70000"/>
          </a:blip>
          <a:srcRect t="12128" b="11026"/>
          <a:stretch/>
        </p:blipFill>
        <p:spPr>
          <a:xfrm>
            <a:off x="4016837" y="-1"/>
            <a:ext cx="6611179" cy="6858001"/>
          </a:xfrm>
          <a:prstGeom prst="rect">
            <a:avLst/>
          </a:prstGeom>
        </p:spPr>
      </p:pic>
      <p:sp>
        <p:nvSpPr>
          <p:cNvPr id="7" name="Заголовок 1">
            <a:extLst>
              <a:ext uri="{FF2B5EF4-FFF2-40B4-BE49-F238E27FC236}">
                <a16:creationId xmlns:a16="http://schemas.microsoft.com/office/drawing/2014/main" id="{10E66AE3-27F3-7AFB-18F8-52F53CB8E81C}"/>
              </a:ext>
            </a:extLst>
          </p:cNvPr>
          <p:cNvSpPr>
            <a:spLocks noGrp="1"/>
          </p:cNvSpPr>
          <p:nvPr>
            <p:ph type="title" hasCustomPrompt="1"/>
          </p:nvPr>
        </p:nvSpPr>
        <p:spPr>
          <a:xfrm>
            <a:off x="774700" y="2629369"/>
            <a:ext cx="9410584" cy="2956644"/>
          </a:xfrm>
          <a:prstGeom prst="rect">
            <a:avLst/>
          </a:prstGeom>
        </p:spPr>
        <p:txBody>
          <a:bodyPr vert="horz" lIns="91440" tIns="45720" rIns="91440" bIns="45720" rtlCol="0" anchor="b">
            <a:noAutofit/>
          </a:bodyPr>
          <a:lstStyle>
            <a:lvl1pPr>
              <a:lnSpc>
                <a:spcPct val="80000"/>
              </a:lnSpc>
              <a:defRPr sz="6400">
                <a:solidFill>
                  <a:srgbClr val="2B3137"/>
                </a:solidFill>
                <a:latin typeface="Arial" panose="020B0604020202020204" pitchFamily="34" charset="0"/>
                <a:cs typeface="Arial" panose="020B0604020202020204" pitchFamily="34" charset="0"/>
              </a:defRPr>
            </a:lvl1pPr>
          </a:lstStyle>
          <a:p>
            <a:r>
              <a:rPr lang="ru-RU" dirty="0"/>
              <a:t>Название презентации</a:t>
            </a:r>
          </a:p>
        </p:txBody>
      </p:sp>
      <p:sp>
        <p:nvSpPr>
          <p:cNvPr id="4" name="Текст 3">
            <a:extLst>
              <a:ext uri="{FF2B5EF4-FFF2-40B4-BE49-F238E27FC236}">
                <a16:creationId xmlns:a16="http://schemas.microsoft.com/office/drawing/2014/main" id="{36CB750C-4279-9189-A6DF-4E72FECDF33E}"/>
              </a:ext>
            </a:extLst>
          </p:cNvPr>
          <p:cNvSpPr>
            <a:spLocks noGrp="1"/>
          </p:cNvSpPr>
          <p:nvPr>
            <p:ph type="body" sz="quarter" idx="10" hasCustomPrompt="1"/>
          </p:nvPr>
        </p:nvSpPr>
        <p:spPr>
          <a:xfrm>
            <a:off x="774700" y="5753100"/>
            <a:ext cx="9410584" cy="868363"/>
          </a:xfrm>
          <a:prstGeom prst="rect">
            <a:avLst/>
          </a:prstGeom>
        </p:spPr>
        <p:txBody>
          <a:bodyPr/>
          <a:lstStyle>
            <a:lvl1pPr>
              <a:lnSpc>
                <a:spcPct val="70000"/>
              </a:lnSpc>
              <a:defRPr>
                <a:solidFill>
                  <a:srgbClr val="FFFFFF"/>
                </a:solidFill>
                <a:latin typeface="Arial" panose="020B0604020202020204" pitchFamily="34" charset="0"/>
                <a:cs typeface="Arial" panose="020B0604020202020204" pitchFamily="34" charset="0"/>
              </a:defRPr>
            </a:lvl1pPr>
          </a:lstStyle>
          <a:p>
            <a:pPr lvl="0"/>
            <a:r>
              <a:rPr lang="ru-RU" dirty="0"/>
              <a:t>Подстрочник к названию (при наличии)</a:t>
            </a:r>
          </a:p>
        </p:txBody>
      </p:sp>
      <p:pic>
        <p:nvPicPr>
          <p:cNvPr id="5" name="Рисунок 4">
            <a:extLst>
              <a:ext uri="{FF2B5EF4-FFF2-40B4-BE49-F238E27FC236}">
                <a16:creationId xmlns:a16="http://schemas.microsoft.com/office/drawing/2014/main" id="{15DB28F0-8328-470D-039C-C537CDDA5B2E}"/>
              </a:ext>
            </a:extLst>
          </p:cNvPr>
          <p:cNvPicPr>
            <a:picLocks noChangeAspect="1"/>
          </p:cNvPicPr>
          <p:nvPr userDrawn="1"/>
        </p:nvPicPr>
        <p:blipFill>
          <a:blip r:embed="rId7"/>
          <a:stretch>
            <a:fillRect/>
          </a:stretch>
        </p:blipFill>
        <p:spPr>
          <a:xfrm>
            <a:off x="774700" y="429665"/>
            <a:ext cx="2464269" cy="894958"/>
          </a:xfrm>
          <a:prstGeom prst="rect">
            <a:avLst/>
          </a:prstGeom>
        </p:spPr>
      </p:pic>
    </p:spTree>
    <p:extLst>
      <p:ext uri="{BB962C8B-B14F-4D97-AF65-F5344CB8AC3E}">
        <p14:creationId xmlns:p14="http://schemas.microsoft.com/office/powerpoint/2010/main" val="16535754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Титульный слайд №5 (Фотофон)">
    <p:bg>
      <p:bgPr>
        <a:blipFill dpi="0" rotWithShape="1">
          <a:blip r:embed="rId2">
            <a:lum/>
          </a:blip>
          <a:srcRect/>
          <a:stretch>
            <a:fillRect t="-9000" r="-3000" b="-10000"/>
          </a:stretch>
        </a:blipFill>
        <a:effectLst/>
      </p:bgPr>
    </p:bg>
    <p:spTree>
      <p:nvGrpSpPr>
        <p:cNvPr id="1" name=""/>
        <p:cNvGrpSpPr/>
        <p:nvPr/>
      </p:nvGrpSpPr>
      <p:grpSpPr>
        <a:xfrm>
          <a:off x="0" y="0"/>
          <a:ext cx="0" cy="0"/>
          <a:chOff x="0" y="0"/>
          <a:chExt cx="0" cy="0"/>
        </a:xfrm>
      </p:grpSpPr>
      <p:pic>
        <p:nvPicPr>
          <p:cNvPr id="6" name="Рисунок 5">
            <a:extLst>
              <a:ext uri="{FF2B5EF4-FFF2-40B4-BE49-F238E27FC236}">
                <a16:creationId xmlns:a16="http://schemas.microsoft.com/office/drawing/2014/main" id="{E2472B05-73D8-DF94-126F-CD3C16C52087}"/>
              </a:ext>
            </a:extLst>
          </p:cNvPr>
          <p:cNvPicPr>
            <a:picLocks noChangeAspect="1"/>
          </p:cNvPicPr>
          <p:nvPr userDrawn="1"/>
        </p:nvPicPr>
        <p:blipFill>
          <a:blip r:embed="rId3"/>
          <a:stretch>
            <a:fillRect/>
          </a:stretch>
        </p:blipFill>
        <p:spPr>
          <a:xfrm>
            <a:off x="0" y="236537"/>
            <a:ext cx="12192000" cy="6858000"/>
          </a:xfrm>
          <a:prstGeom prst="rect">
            <a:avLst/>
          </a:prstGeom>
        </p:spPr>
      </p:pic>
      <p:sp>
        <p:nvSpPr>
          <p:cNvPr id="7" name="Заголовок 1">
            <a:extLst>
              <a:ext uri="{FF2B5EF4-FFF2-40B4-BE49-F238E27FC236}">
                <a16:creationId xmlns:a16="http://schemas.microsoft.com/office/drawing/2014/main" id="{10E66AE3-27F3-7AFB-18F8-52F53CB8E81C}"/>
              </a:ext>
            </a:extLst>
          </p:cNvPr>
          <p:cNvSpPr>
            <a:spLocks noGrp="1"/>
          </p:cNvSpPr>
          <p:nvPr>
            <p:ph type="title"/>
          </p:nvPr>
        </p:nvSpPr>
        <p:spPr>
          <a:xfrm>
            <a:off x="774700" y="2629369"/>
            <a:ext cx="9410584" cy="2956644"/>
          </a:xfrm>
          <a:prstGeom prst="rect">
            <a:avLst/>
          </a:prstGeom>
        </p:spPr>
        <p:txBody>
          <a:bodyPr vert="horz" lIns="91440" tIns="45720" rIns="91440" bIns="45720" rtlCol="0" anchor="b">
            <a:noAutofit/>
          </a:bodyPr>
          <a:lstStyle>
            <a:lvl1pPr>
              <a:lnSpc>
                <a:spcPct val="80000"/>
              </a:lnSpc>
              <a:defRPr sz="6400">
                <a:solidFill>
                  <a:schemeClr val="bg1"/>
                </a:solidFill>
                <a:latin typeface="Arial" panose="020B0604020202020204" pitchFamily="34" charset="0"/>
                <a:cs typeface="Arial" panose="020B0604020202020204" pitchFamily="34" charset="0"/>
              </a:defRPr>
            </a:lvl1pPr>
          </a:lstStyle>
          <a:p>
            <a:r>
              <a:rPr lang="ru-RU" dirty="0"/>
              <a:t>Название презентации</a:t>
            </a:r>
          </a:p>
        </p:txBody>
      </p:sp>
      <p:sp>
        <p:nvSpPr>
          <p:cNvPr id="4" name="Текст 3">
            <a:extLst>
              <a:ext uri="{FF2B5EF4-FFF2-40B4-BE49-F238E27FC236}">
                <a16:creationId xmlns:a16="http://schemas.microsoft.com/office/drawing/2014/main" id="{36CB750C-4279-9189-A6DF-4E72FECDF33E}"/>
              </a:ext>
            </a:extLst>
          </p:cNvPr>
          <p:cNvSpPr>
            <a:spLocks noGrp="1"/>
          </p:cNvSpPr>
          <p:nvPr>
            <p:ph type="body" sz="quarter" idx="10" hasCustomPrompt="1"/>
          </p:nvPr>
        </p:nvSpPr>
        <p:spPr>
          <a:xfrm>
            <a:off x="774700" y="5753100"/>
            <a:ext cx="9410584" cy="868363"/>
          </a:xfrm>
          <a:prstGeom prst="rect">
            <a:avLst/>
          </a:prstGeom>
        </p:spPr>
        <p:txBody>
          <a:bodyPr/>
          <a:lstStyle>
            <a:lvl1pPr>
              <a:lnSpc>
                <a:spcPct val="70000"/>
              </a:lnSpc>
              <a:defRPr>
                <a:solidFill>
                  <a:srgbClr val="7AEDB4"/>
                </a:solidFill>
                <a:latin typeface="Arial" panose="020B0604020202020204" pitchFamily="34" charset="0"/>
                <a:cs typeface="Arial" panose="020B0604020202020204" pitchFamily="34" charset="0"/>
              </a:defRPr>
            </a:lvl1pPr>
          </a:lstStyle>
          <a:p>
            <a:pPr lvl="0"/>
            <a:r>
              <a:rPr lang="ru-RU" dirty="0"/>
              <a:t>Подстрочник к названию (при наличии)</a:t>
            </a:r>
          </a:p>
        </p:txBody>
      </p:sp>
      <p:pic>
        <p:nvPicPr>
          <p:cNvPr id="2" name="Рисунок 1">
            <a:extLst>
              <a:ext uri="{FF2B5EF4-FFF2-40B4-BE49-F238E27FC236}">
                <a16:creationId xmlns:a16="http://schemas.microsoft.com/office/drawing/2014/main" id="{2ABD82F9-36D9-BD92-44A7-435D6E04BE40}"/>
              </a:ext>
            </a:extLst>
          </p:cNvPr>
          <p:cNvPicPr>
            <a:picLocks noChangeAspect="1"/>
          </p:cNvPicPr>
          <p:nvPr userDrawn="1"/>
        </p:nvPicPr>
        <p:blipFill>
          <a:blip r:embed="rId4"/>
          <a:stretch>
            <a:fillRect/>
          </a:stretch>
        </p:blipFill>
        <p:spPr>
          <a:xfrm>
            <a:off x="774701" y="430315"/>
            <a:ext cx="2464270" cy="894959"/>
          </a:xfrm>
          <a:prstGeom prst="rect">
            <a:avLst/>
          </a:prstGeom>
        </p:spPr>
      </p:pic>
    </p:spTree>
    <p:extLst>
      <p:ext uri="{BB962C8B-B14F-4D97-AF65-F5344CB8AC3E}">
        <p14:creationId xmlns:p14="http://schemas.microsoft.com/office/powerpoint/2010/main" val="1359566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Титульный слайд №6 (Фотофон+цвет)">
    <p:bg>
      <p:bgPr>
        <a:blipFill dpi="0" rotWithShape="1">
          <a:blip r:embed="rId2">
            <a:lum/>
          </a:blip>
          <a:srcRect/>
          <a:stretch>
            <a:fillRect l="6000" t="-9000" r="-15000" b="-9000"/>
          </a:stretch>
        </a:blipFill>
        <a:effectLst/>
      </p:bgPr>
    </p:bg>
    <p:spTree>
      <p:nvGrpSpPr>
        <p:cNvPr id="1" name=""/>
        <p:cNvGrpSpPr/>
        <p:nvPr/>
      </p:nvGrpSpPr>
      <p:grpSpPr>
        <a:xfrm>
          <a:off x="0" y="0"/>
          <a:ext cx="0" cy="0"/>
          <a:chOff x="0" y="0"/>
          <a:chExt cx="0" cy="0"/>
        </a:xfrm>
      </p:grpSpPr>
      <p:pic>
        <p:nvPicPr>
          <p:cNvPr id="15" name="Рисунок 14">
            <a:extLst>
              <a:ext uri="{FF2B5EF4-FFF2-40B4-BE49-F238E27FC236}">
                <a16:creationId xmlns:a16="http://schemas.microsoft.com/office/drawing/2014/main" id="{35833919-5077-B29D-EB27-BED46CB5B64F}"/>
              </a:ext>
            </a:extLst>
          </p:cNvPr>
          <p:cNvPicPr>
            <a:picLocks noChangeAspect="1"/>
          </p:cNvPicPr>
          <p:nvPr userDrawn="1"/>
        </p:nvPicPr>
        <p:blipFill>
          <a:blip r:embed="rId3"/>
          <a:stretch>
            <a:fillRect/>
          </a:stretch>
        </p:blipFill>
        <p:spPr>
          <a:xfrm>
            <a:off x="0" y="0"/>
            <a:ext cx="12192000" cy="6858000"/>
          </a:xfrm>
          <a:prstGeom prst="rect">
            <a:avLst/>
          </a:prstGeom>
          <a:noFill/>
        </p:spPr>
      </p:pic>
      <p:sp>
        <p:nvSpPr>
          <p:cNvPr id="7" name="Заголовок 1">
            <a:extLst>
              <a:ext uri="{FF2B5EF4-FFF2-40B4-BE49-F238E27FC236}">
                <a16:creationId xmlns:a16="http://schemas.microsoft.com/office/drawing/2014/main" id="{10E66AE3-27F3-7AFB-18F8-52F53CB8E81C}"/>
              </a:ext>
            </a:extLst>
          </p:cNvPr>
          <p:cNvSpPr>
            <a:spLocks noGrp="1"/>
          </p:cNvSpPr>
          <p:nvPr>
            <p:ph type="title"/>
          </p:nvPr>
        </p:nvSpPr>
        <p:spPr>
          <a:xfrm>
            <a:off x="774700" y="2629369"/>
            <a:ext cx="9410584" cy="2956644"/>
          </a:xfrm>
          <a:prstGeom prst="rect">
            <a:avLst/>
          </a:prstGeom>
        </p:spPr>
        <p:txBody>
          <a:bodyPr vert="horz" lIns="91440" tIns="45720" rIns="91440" bIns="45720" rtlCol="0" anchor="b">
            <a:noAutofit/>
          </a:bodyPr>
          <a:lstStyle>
            <a:lvl1pPr>
              <a:lnSpc>
                <a:spcPct val="80000"/>
              </a:lnSpc>
              <a:defRPr sz="6400">
                <a:solidFill>
                  <a:schemeClr val="bg1"/>
                </a:solidFill>
                <a:latin typeface="Arial" panose="020B0604020202020204" pitchFamily="34" charset="0"/>
                <a:cs typeface="Arial" panose="020B0604020202020204" pitchFamily="34" charset="0"/>
              </a:defRPr>
            </a:lvl1pPr>
          </a:lstStyle>
          <a:p>
            <a:r>
              <a:rPr lang="ru-RU" dirty="0"/>
              <a:t>Название презентации</a:t>
            </a:r>
          </a:p>
        </p:txBody>
      </p:sp>
      <p:sp>
        <p:nvSpPr>
          <p:cNvPr id="4" name="Текст 3">
            <a:extLst>
              <a:ext uri="{FF2B5EF4-FFF2-40B4-BE49-F238E27FC236}">
                <a16:creationId xmlns:a16="http://schemas.microsoft.com/office/drawing/2014/main" id="{36CB750C-4279-9189-A6DF-4E72FECDF33E}"/>
              </a:ext>
            </a:extLst>
          </p:cNvPr>
          <p:cNvSpPr>
            <a:spLocks noGrp="1"/>
          </p:cNvSpPr>
          <p:nvPr>
            <p:ph type="body" sz="quarter" idx="10" hasCustomPrompt="1"/>
          </p:nvPr>
        </p:nvSpPr>
        <p:spPr>
          <a:xfrm>
            <a:off x="774700" y="5753100"/>
            <a:ext cx="9410584" cy="868363"/>
          </a:xfrm>
          <a:prstGeom prst="rect">
            <a:avLst/>
          </a:prstGeom>
        </p:spPr>
        <p:txBody>
          <a:bodyPr/>
          <a:lstStyle>
            <a:lvl1pPr>
              <a:lnSpc>
                <a:spcPct val="70000"/>
              </a:lnSpc>
              <a:defRPr>
                <a:solidFill>
                  <a:srgbClr val="7AEDB4"/>
                </a:solidFill>
                <a:latin typeface="Arial" panose="020B0604020202020204" pitchFamily="34" charset="0"/>
                <a:cs typeface="Arial" panose="020B0604020202020204" pitchFamily="34" charset="0"/>
              </a:defRPr>
            </a:lvl1pPr>
          </a:lstStyle>
          <a:p>
            <a:pPr lvl="0"/>
            <a:r>
              <a:rPr lang="ru-RU" dirty="0"/>
              <a:t>Подстрочник к названию (при наличии)</a:t>
            </a:r>
          </a:p>
        </p:txBody>
      </p:sp>
      <p:pic>
        <p:nvPicPr>
          <p:cNvPr id="2" name="Рисунок 1">
            <a:extLst>
              <a:ext uri="{FF2B5EF4-FFF2-40B4-BE49-F238E27FC236}">
                <a16:creationId xmlns:a16="http://schemas.microsoft.com/office/drawing/2014/main" id="{457F80F4-31B7-9985-6F74-B8F065A93081}"/>
              </a:ext>
            </a:extLst>
          </p:cNvPr>
          <p:cNvPicPr>
            <a:picLocks noChangeAspect="1"/>
          </p:cNvPicPr>
          <p:nvPr userDrawn="1"/>
        </p:nvPicPr>
        <p:blipFill>
          <a:blip r:embed="rId4"/>
          <a:stretch>
            <a:fillRect/>
          </a:stretch>
        </p:blipFill>
        <p:spPr>
          <a:xfrm>
            <a:off x="774701" y="430315"/>
            <a:ext cx="2464270" cy="894959"/>
          </a:xfrm>
          <a:prstGeom prst="rect">
            <a:avLst/>
          </a:prstGeom>
        </p:spPr>
      </p:pic>
    </p:spTree>
    <p:extLst>
      <p:ext uri="{BB962C8B-B14F-4D97-AF65-F5344CB8AC3E}">
        <p14:creationId xmlns:p14="http://schemas.microsoft.com/office/powerpoint/2010/main" val="6288700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Внутренний слайд №1">
    <p:bg>
      <p:bgPr>
        <a:solidFill>
          <a:srgbClr val="F5F5F5"/>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364AD29-0E0A-42BF-A1B1-ECF78775A106}"/>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0888" name="Слайд think-cell" r:id="rId4" imgW="359" imgH="360" progId="TCLayout.ActiveDocument.1">
                  <p:embed/>
                </p:oleObj>
              </mc:Choice>
              <mc:Fallback>
                <p:oleObj name="Слайд think-cell" r:id="rId4" imgW="359" imgH="360" progId="TCLayout.ActiveDocument.1">
                  <p:embed/>
                  <p:pic>
                    <p:nvPicPr>
                      <p:cNvPr id="4" name="think-cell data - do not delete" hidden="1">
                        <a:extLst>
                          <a:ext uri="{FF2B5EF4-FFF2-40B4-BE49-F238E27FC236}">
                            <a16:creationId xmlns:a16="http://schemas.microsoft.com/office/drawing/2014/main" id="{3364AD29-0E0A-42BF-A1B1-ECF78775A10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0" name="Рисунок 9">
            <a:extLst>
              <a:ext uri="{FF2B5EF4-FFF2-40B4-BE49-F238E27FC236}">
                <a16:creationId xmlns:a16="http://schemas.microsoft.com/office/drawing/2014/main" id="{C7246F38-C761-4030-AE28-0179BA262B8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8390" y="79253"/>
            <a:ext cx="365125" cy="365125"/>
          </a:xfrm>
          <a:prstGeom prst="rect">
            <a:avLst/>
          </a:prstGeom>
        </p:spPr>
      </p:pic>
      <p:sp>
        <p:nvSpPr>
          <p:cNvPr id="12" name="Заголовок 1">
            <a:extLst>
              <a:ext uri="{FF2B5EF4-FFF2-40B4-BE49-F238E27FC236}">
                <a16:creationId xmlns:a16="http://schemas.microsoft.com/office/drawing/2014/main" id="{10EAB563-B70B-48F8-A634-6A71DBABAA03}"/>
              </a:ext>
            </a:extLst>
          </p:cNvPr>
          <p:cNvSpPr>
            <a:spLocks noGrp="1"/>
          </p:cNvSpPr>
          <p:nvPr>
            <p:ph type="title"/>
          </p:nvPr>
        </p:nvSpPr>
        <p:spPr>
          <a:xfrm>
            <a:off x="540350" y="-10269"/>
            <a:ext cx="11111300" cy="544168"/>
          </a:xfrm>
          <a:prstGeom prst="rect">
            <a:avLst/>
          </a:prstGeom>
        </p:spPr>
        <p:txBody>
          <a:bodyPr vert="horz" anchor="t">
            <a:noAutofit/>
          </a:bodyPr>
          <a:lstStyle>
            <a:lvl1pPr algn="l">
              <a:defRPr sz="3200">
                <a:latin typeface="Arial" panose="020B0604020202020204" pitchFamily="34" charset="0"/>
                <a:cs typeface="Arial" panose="020B0604020202020204" pitchFamily="34" charset="0"/>
                <a:sym typeface="Arial" panose="020B0604020202020204" pitchFamily="34" charset="0"/>
              </a:defRPr>
            </a:lvl1pPr>
          </a:lstStyle>
          <a:p>
            <a:r>
              <a:rPr lang="ru-RU" dirty="0"/>
              <a:t>Образец заголовка</a:t>
            </a:r>
          </a:p>
        </p:txBody>
      </p:sp>
      <p:sp>
        <p:nvSpPr>
          <p:cNvPr id="13" name="Объект 2">
            <a:extLst>
              <a:ext uri="{FF2B5EF4-FFF2-40B4-BE49-F238E27FC236}">
                <a16:creationId xmlns:a16="http://schemas.microsoft.com/office/drawing/2014/main" id="{6F2B9677-5267-4F28-B315-A36DFECA202D}"/>
              </a:ext>
            </a:extLst>
          </p:cNvPr>
          <p:cNvSpPr>
            <a:spLocks noGrp="1"/>
          </p:cNvSpPr>
          <p:nvPr>
            <p:ph idx="1" hasCustomPrompt="1"/>
          </p:nvPr>
        </p:nvSpPr>
        <p:spPr>
          <a:xfrm>
            <a:off x="540350" y="1003091"/>
            <a:ext cx="11111300" cy="5638440"/>
          </a:xfrm>
          <a:prstGeom prst="rect">
            <a:avLst/>
          </a:prstGeom>
        </p:spPr>
        <p:txBody>
          <a:bodyPr/>
          <a:lstStyle>
            <a:lvl1pPr>
              <a:lnSpc>
                <a:spcPct val="100000"/>
              </a:lnSpc>
              <a:defRPr sz="1400">
                <a:latin typeface="Arial" panose="020B0604020202020204" pitchFamily="34" charset="0"/>
                <a:cs typeface="Arial" panose="020B0604020202020204" pitchFamily="34" charset="0"/>
                <a:sym typeface="Arial" panose="020B0604020202020204" pitchFamily="34" charset="0"/>
              </a:defRPr>
            </a:lvl1pPr>
            <a:lvl2pPr>
              <a:defRPr sz="1400"/>
            </a:lvl2pPr>
            <a:lvl3pPr>
              <a:defRPr sz="1400"/>
            </a:lvl3pPr>
            <a:lvl4pPr>
              <a:defRPr sz="1400"/>
            </a:lvl4pPr>
            <a:lvl5pPr>
              <a:defRPr sz="1400"/>
            </a:lvl5pPr>
          </a:lstStyle>
          <a:p>
            <a:pPr lvl="0"/>
            <a:r>
              <a:rPr lang="ru-RU" dirty="0"/>
              <a:t>Текст или вставка объекта</a:t>
            </a:r>
          </a:p>
        </p:txBody>
      </p:sp>
      <p:cxnSp>
        <p:nvCxnSpPr>
          <p:cNvPr id="14" name="Прямая соединительная линия 13">
            <a:extLst>
              <a:ext uri="{FF2B5EF4-FFF2-40B4-BE49-F238E27FC236}">
                <a16:creationId xmlns:a16="http://schemas.microsoft.com/office/drawing/2014/main" id="{0DF9180F-A029-429F-8CE4-22C960468E82}"/>
              </a:ext>
            </a:extLst>
          </p:cNvPr>
          <p:cNvCxnSpPr/>
          <p:nvPr userDrawn="1"/>
        </p:nvCxnSpPr>
        <p:spPr>
          <a:xfrm>
            <a:off x="540350" y="928251"/>
            <a:ext cx="11111300" cy="0"/>
          </a:xfrm>
          <a:prstGeom prst="line">
            <a:avLst/>
          </a:prstGeom>
          <a:ln w="2540">
            <a:solidFill>
              <a:srgbClr val="293136"/>
            </a:solidFill>
          </a:ln>
        </p:spPr>
        <p:style>
          <a:lnRef idx="1">
            <a:schemeClr val="accent1"/>
          </a:lnRef>
          <a:fillRef idx="0">
            <a:schemeClr val="accent1"/>
          </a:fillRef>
          <a:effectRef idx="0">
            <a:schemeClr val="accent1"/>
          </a:effectRef>
          <a:fontRef idx="minor">
            <a:schemeClr val="tx1"/>
          </a:fontRef>
        </p:style>
      </p:cxnSp>
      <p:sp>
        <p:nvSpPr>
          <p:cNvPr id="15" name="Slide Number Placeholder 5">
            <a:extLst>
              <a:ext uri="{FF2B5EF4-FFF2-40B4-BE49-F238E27FC236}">
                <a16:creationId xmlns:a16="http://schemas.microsoft.com/office/drawing/2014/main" id="{1693CB35-08C0-4428-8185-C0298A6016F2}"/>
              </a:ext>
            </a:extLst>
          </p:cNvPr>
          <p:cNvSpPr txBox="1">
            <a:spLocks/>
          </p:cNvSpPr>
          <p:nvPr userDrawn="1"/>
        </p:nvSpPr>
        <p:spPr>
          <a:xfrm>
            <a:off x="11512697" y="6492875"/>
            <a:ext cx="679303" cy="365125"/>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8F8B3EF-6FCB-5342-834B-72C623FC3BE6}" type="slidenum">
              <a:rPr lang="en-RU" sz="900" smtClean="0">
                <a:latin typeface="Arial" panose="020B0604020202020204" pitchFamily="34" charset="0"/>
                <a:cs typeface="Arial" panose="020B0604020202020204" pitchFamily="34" charset="0"/>
                <a:sym typeface="Arial" panose="020B0604020202020204" pitchFamily="34" charset="0"/>
              </a:rPr>
              <a:pPr/>
              <a:t>‹#›</a:t>
            </a:fld>
            <a:endParaRPr lang="en-RU" sz="900" dirty="0">
              <a:latin typeface="Arial" panose="020B0604020202020204" pitchFamily="34" charset="0"/>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7569130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Внутренний слайд №3">
    <p:bg>
      <p:bgPr>
        <a:solidFill>
          <a:srgbClr val="F5F5F5"/>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5355D12-3364-4325-83C8-8AC61AE2C272}"/>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1912" name="Слайд think-cell" r:id="rId4" imgW="359" imgH="360" progId="TCLayout.ActiveDocument.1">
                  <p:embed/>
                </p:oleObj>
              </mc:Choice>
              <mc:Fallback>
                <p:oleObj name="Слайд think-cell" r:id="rId4" imgW="359" imgH="360" progId="TCLayout.ActiveDocument.1">
                  <p:embed/>
                  <p:pic>
                    <p:nvPicPr>
                      <p:cNvPr id="4" name="think-cell data - do not delete" hidden="1">
                        <a:extLst>
                          <a:ext uri="{FF2B5EF4-FFF2-40B4-BE49-F238E27FC236}">
                            <a16:creationId xmlns:a16="http://schemas.microsoft.com/office/drawing/2014/main" id="{75355D12-3364-4325-83C8-8AC61AE2C27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9" name="Рисунок 8">
            <a:extLst>
              <a:ext uri="{FF2B5EF4-FFF2-40B4-BE49-F238E27FC236}">
                <a16:creationId xmlns:a16="http://schemas.microsoft.com/office/drawing/2014/main" id="{12821268-727A-4645-A169-E93E86E7DC2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8390" y="79253"/>
            <a:ext cx="365125" cy="365125"/>
          </a:xfrm>
          <a:prstGeom prst="rect">
            <a:avLst/>
          </a:prstGeom>
        </p:spPr>
      </p:pic>
      <p:sp>
        <p:nvSpPr>
          <p:cNvPr id="10" name="Заголовок 1">
            <a:extLst>
              <a:ext uri="{FF2B5EF4-FFF2-40B4-BE49-F238E27FC236}">
                <a16:creationId xmlns:a16="http://schemas.microsoft.com/office/drawing/2014/main" id="{3548DE9A-99F9-41DC-8028-45308CACB1D5}"/>
              </a:ext>
            </a:extLst>
          </p:cNvPr>
          <p:cNvSpPr>
            <a:spLocks noGrp="1"/>
          </p:cNvSpPr>
          <p:nvPr>
            <p:ph type="title"/>
          </p:nvPr>
        </p:nvSpPr>
        <p:spPr>
          <a:xfrm>
            <a:off x="540350" y="-10269"/>
            <a:ext cx="11111300" cy="544168"/>
          </a:xfrm>
          <a:prstGeom prst="rect">
            <a:avLst/>
          </a:prstGeom>
        </p:spPr>
        <p:txBody>
          <a:bodyPr vert="horz" anchor="t">
            <a:noAutofit/>
          </a:bodyPr>
          <a:lstStyle>
            <a:lvl1pPr algn="l">
              <a:defRPr sz="3200">
                <a:latin typeface="Arial" panose="020B0604020202020204" pitchFamily="34" charset="0"/>
                <a:cs typeface="Arial" panose="020B0604020202020204" pitchFamily="34" charset="0"/>
                <a:sym typeface="Arial" panose="020B0604020202020204" pitchFamily="34" charset="0"/>
              </a:defRPr>
            </a:lvl1pPr>
          </a:lstStyle>
          <a:p>
            <a:r>
              <a:rPr lang="ru-RU" dirty="0"/>
              <a:t>Образец заголовка</a:t>
            </a:r>
          </a:p>
        </p:txBody>
      </p:sp>
      <p:sp>
        <p:nvSpPr>
          <p:cNvPr id="13" name="Объект 2">
            <a:extLst>
              <a:ext uri="{FF2B5EF4-FFF2-40B4-BE49-F238E27FC236}">
                <a16:creationId xmlns:a16="http://schemas.microsoft.com/office/drawing/2014/main" id="{AD58FBE4-8796-46C1-A6A1-329AC658AEB6}"/>
              </a:ext>
            </a:extLst>
          </p:cNvPr>
          <p:cNvSpPr>
            <a:spLocks noGrp="1"/>
          </p:cNvSpPr>
          <p:nvPr>
            <p:ph idx="1" hasCustomPrompt="1"/>
          </p:nvPr>
        </p:nvSpPr>
        <p:spPr>
          <a:xfrm>
            <a:off x="540350" y="1003091"/>
            <a:ext cx="11111300" cy="5638440"/>
          </a:xfrm>
          <a:prstGeom prst="rect">
            <a:avLst/>
          </a:prstGeom>
        </p:spPr>
        <p:txBody>
          <a:bodyPr/>
          <a:lstStyle>
            <a:lvl1pPr>
              <a:lnSpc>
                <a:spcPct val="100000"/>
              </a:lnSpc>
              <a:defRPr sz="1400">
                <a:latin typeface="Arial" panose="020B0604020202020204" pitchFamily="34" charset="0"/>
                <a:cs typeface="Arial" panose="020B0604020202020204" pitchFamily="34" charset="0"/>
                <a:sym typeface="Arial" panose="020B0604020202020204" pitchFamily="34" charset="0"/>
              </a:defRPr>
            </a:lvl1pPr>
            <a:lvl2pPr>
              <a:defRPr sz="1400"/>
            </a:lvl2pPr>
            <a:lvl3pPr>
              <a:defRPr sz="1400"/>
            </a:lvl3pPr>
            <a:lvl4pPr>
              <a:defRPr sz="1400"/>
            </a:lvl4pPr>
            <a:lvl5pPr>
              <a:defRPr sz="1400"/>
            </a:lvl5pPr>
          </a:lstStyle>
          <a:p>
            <a:pPr lvl="0"/>
            <a:r>
              <a:rPr lang="ru-RU" dirty="0"/>
              <a:t>Текст или вставка объекта</a:t>
            </a:r>
          </a:p>
        </p:txBody>
      </p:sp>
      <p:sp>
        <p:nvSpPr>
          <p:cNvPr id="14" name="Slide Number Placeholder 5">
            <a:extLst>
              <a:ext uri="{FF2B5EF4-FFF2-40B4-BE49-F238E27FC236}">
                <a16:creationId xmlns:a16="http://schemas.microsoft.com/office/drawing/2014/main" id="{5C00F40E-5CC6-4A26-8444-7E2F5793ED7B}"/>
              </a:ext>
            </a:extLst>
          </p:cNvPr>
          <p:cNvSpPr txBox="1">
            <a:spLocks/>
          </p:cNvSpPr>
          <p:nvPr userDrawn="1"/>
        </p:nvSpPr>
        <p:spPr>
          <a:xfrm>
            <a:off x="11512697" y="6492875"/>
            <a:ext cx="679303" cy="365125"/>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8F8B3EF-6FCB-5342-834B-72C623FC3BE6}" type="slidenum">
              <a:rPr lang="en-RU" sz="900" smtClean="0">
                <a:latin typeface="Arial" panose="020B0604020202020204" pitchFamily="34" charset="0"/>
                <a:cs typeface="Arial" panose="020B0604020202020204" pitchFamily="34" charset="0"/>
                <a:sym typeface="Arial" panose="020B0604020202020204" pitchFamily="34" charset="0"/>
              </a:rPr>
              <a:pPr/>
              <a:t>‹#›</a:t>
            </a:fld>
            <a:endParaRPr lang="en-RU" sz="900" dirty="0">
              <a:latin typeface="Arial" panose="020B0604020202020204" pitchFamily="34" charset="0"/>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1798722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Слайд-разделитель">
    <p:bg>
      <p:bgPr>
        <a:solidFill>
          <a:srgbClr val="2B3137"/>
        </a:solidFill>
        <a:effectLst/>
      </p:bgPr>
    </p:bg>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755F7FA1-2F5D-03ED-F04A-E9F6B60D8FF4}"/>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Заголовок 1">
            <a:extLst>
              <a:ext uri="{FF2B5EF4-FFF2-40B4-BE49-F238E27FC236}">
                <a16:creationId xmlns:a16="http://schemas.microsoft.com/office/drawing/2014/main" id="{6922ADBB-BC54-5D04-A3BB-76BE67567FDE}"/>
              </a:ext>
            </a:extLst>
          </p:cNvPr>
          <p:cNvSpPr>
            <a:spLocks noGrp="1"/>
          </p:cNvSpPr>
          <p:nvPr>
            <p:ph type="title" hasCustomPrompt="1"/>
          </p:nvPr>
        </p:nvSpPr>
        <p:spPr>
          <a:xfrm>
            <a:off x="7590375" y="3917092"/>
            <a:ext cx="3816178" cy="2940908"/>
          </a:xfrm>
          <a:prstGeom prst="rect">
            <a:avLst/>
          </a:prstGeom>
        </p:spPr>
        <p:txBody>
          <a:bodyPr anchor="b">
            <a:noAutofit/>
          </a:bodyPr>
          <a:lstStyle>
            <a:lvl1pPr algn="r">
              <a:defRPr sz="20000">
                <a:solidFill>
                  <a:schemeClr val="accent2"/>
                </a:solidFill>
                <a:latin typeface="Arial" panose="020B0604020202020204" pitchFamily="34" charset="0"/>
                <a:cs typeface="Arial" panose="020B0604020202020204" pitchFamily="34" charset="0"/>
              </a:defRPr>
            </a:lvl1pPr>
          </a:lstStyle>
          <a:p>
            <a:r>
              <a:rPr lang="ru-RU" dirty="0"/>
              <a:t>01.</a:t>
            </a:r>
          </a:p>
        </p:txBody>
      </p:sp>
      <p:pic>
        <p:nvPicPr>
          <p:cNvPr id="9" name="Рисунок 8">
            <a:extLst>
              <a:ext uri="{FF2B5EF4-FFF2-40B4-BE49-F238E27FC236}">
                <a16:creationId xmlns:a16="http://schemas.microsoft.com/office/drawing/2014/main" id="{ECE2A75F-C987-C85D-2664-9EC11F26D9A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74113" y="5778097"/>
            <a:ext cx="595699" cy="595699"/>
          </a:xfrm>
          <a:prstGeom prst="rect">
            <a:avLst/>
          </a:prstGeom>
        </p:spPr>
      </p:pic>
      <p:sp>
        <p:nvSpPr>
          <p:cNvPr id="11" name="Текст 10">
            <a:extLst>
              <a:ext uri="{FF2B5EF4-FFF2-40B4-BE49-F238E27FC236}">
                <a16:creationId xmlns:a16="http://schemas.microsoft.com/office/drawing/2014/main" id="{EAD114CF-9245-35E9-4C0F-A1DAA61E2838}"/>
              </a:ext>
            </a:extLst>
          </p:cNvPr>
          <p:cNvSpPr>
            <a:spLocks noGrp="1"/>
          </p:cNvSpPr>
          <p:nvPr>
            <p:ph type="body" sz="quarter" idx="13" hasCustomPrompt="1"/>
          </p:nvPr>
        </p:nvSpPr>
        <p:spPr>
          <a:xfrm>
            <a:off x="574113" y="617538"/>
            <a:ext cx="10832439" cy="676447"/>
          </a:xfrm>
          <a:prstGeom prst="rect">
            <a:avLst/>
          </a:prstGeom>
        </p:spPr>
        <p:txBody>
          <a:bodyPr anchor="t">
            <a:normAutofit/>
          </a:bodyPr>
          <a:lstStyle>
            <a:lvl1pPr marL="0" indent="0">
              <a:lnSpc>
                <a:spcPct val="70000"/>
              </a:lnSpc>
              <a:buNone/>
              <a:defRPr sz="3600">
                <a:solidFill>
                  <a:srgbClr val="7AEDB4"/>
                </a:solidFill>
                <a:latin typeface="Arial" panose="020B0604020202020204" pitchFamily="34" charset="0"/>
                <a:cs typeface="Arial" panose="020B0604020202020204" pitchFamily="34" charset="0"/>
              </a:defRPr>
            </a:lvl1pPr>
          </a:lstStyle>
          <a:p>
            <a:pPr lvl="0"/>
            <a:r>
              <a:rPr lang="ru-RU" dirty="0"/>
              <a:t>Название раздела</a:t>
            </a:r>
          </a:p>
        </p:txBody>
      </p:sp>
      <p:sp>
        <p:nvSpPr>
          <p:cNvPr id="13" name="Текст 12">
            <a:extLst>
              <a:ext uri="{FF2B5EF4-FFF2-40B4-BE49-F238E27FC236}">
                <a16:creationId xmlns:a16="http://schemas.microsoft.com/office/drawing/2014/main" id="{8391D41E-AFF0-6BB7-1DA7-89FB467F73F0}"/>
              </a:ext>
            </a:extLst>
          </p:cNvPr>
          <p:cNvSpPr>
            <a:spLocks noGrp="1"/>
          </p:cNvSpPr>
          <p:nvPr>
            <p:ph type="body" sz="quarter" idx="14" hasCustomPrompt="1"/>
          </p:nvPr>
        </p:nvSpPr>
        <p:spPr>
          <a:xfrm>
            <a:off x="574113" y="1377828"/>
            <a:ext cx="5521887" cy="3078425"/>
          </a:xfrm>
          <a:prstGeom prst="rect">
            <a:avLst/>
          </a:prstGeom>
        </p:spPr>
        <p:txBody>
          <a:bodyPr>
            <a:normAutofit/>
          </a:bodyPr>
          <a:lstStyle>
            <a:lvl1pPr marL="0" indent="0">
              <a:lnSpc>
                <a:spcPct val="100000"/>
              </a:lnSpc>
              <a:buNone/>
              <a:defRPr sz="1600">
                <a:solidFill>
                  <a:schemeClr val="bg1"/>
                </a:solidFill>
                <a:latin typeface="Arial" panose="020B0604020202020204" pitchFamily="34" charset="0"/>
                <a:cs typeface="Arial" panose="020B0604020202020204" pitchFamily="34" charset="0"/>
              </a:defRPr>
            </a:lvl1pPr>
            <a:lvl2pPr marL="457200" indent="0">
              <a:buNone/>
              <a:defRPr sz="1200">
                <a:solidFill>
                  <a:schemeClr val="bg1"/>
                </a:solidFill>
                <a:latin typeface="Aeonik Pro TRIAL" panose="020B0503030300000000" pitchFamily="34" charset="0"/>
              </a:defRPr>
            </a:lvl2pPr>
            <a:lvl3pPr marL="914400" indent="0">
              <a:buNone/>
              <a:defRPr sz="1200">
                <a:solidFill>
                  <a:schemeClr val="bg1"/>
                </a:solidFill>
                <a:latin typeface="Aeonik Pro TRIAL" panose="020B0503030300000000" pitchFamily="34" charset="0"/>
              </a:defRPr>
            </a:lvl3pPr>
            <a:lvl4pPr marL="1371600" indent="0">
              <a:buNone/>
              <a:defRPr sz="1200">
                <a:solidFill>
                  <a:schemeClr val="bg1"/>
                </a:solidFill>
                <a:latin typeface="Aeonik Pro TRIAL" panose="020B0503030300000000" pitchFamily="34" charset="0"/>
              </a:defRPr>
            </a:lvl4pPr>
            <a:lvl5pPr marL="1828800" indent="0">
              <a:buNone/>
              <a:defRPr sz="1200">
                <a:solidFill>
                  <a:schemeClr val="bg1"/>
                </a:solidFill>
                <a:latin typeface="Aeonik Pro TRIAL" panose="020B0503030300000000" pitchFamily="34" charset="0"/>
              </a:defRPr>
            </a:lvl5pPr>
          </a:lstStyle>
          <a:p>
            <a:pPr lvl="0"/>
            <a:r>
              <a:rPr lang="ru-RU" dirty="0"/>
              <a:t>Описание раздела (при наличии), например, его содержание или подпись </a:t>
            </a:r>
          </a:p>
        </p:txBody>
      </p:sp>
    </p:spTree>
    <p:extLst>
      <p:ext uri="{BB962C8B-B14F-4D97-AF65-F5344CB8AC3E}">
        <p14:creationId xmlns:p14="http://schemas.microsoft.com/office/powerpoint/2010/main" val="34053500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Заключительный слайд">
    <p:bg>
      <p:bgPr>
        <a:solidFill>
          <a:srgbClr val="2B3137"/>
        </a:solidFill>
        <a:effectLst/>
      </p:bgPr>
    </p:bg>
    <p:spTree>
      <p:nvGrpSpPr>
        <p:cNvPr id="1" name=""/>
        <p:cNvGrpSpPr/>
        <p:nvPr/>
      </p:nvGrpSpPr>
      <p:grpSpPr>
        <a:xfrm>
          <a:off x="0" y="0"/>
          <a:ext cx="0" cy="0"/>
          <a:chOff x="0" y="0"/>
          <a:chExt cx="0" cy="0"/>
        </a:xfrm>
      </p:grpSpPr>
      <p:pic>
        <p:nvPicPr>
          <p:cNvPr id="8" name="Рисунок 7">
            <a:extLst>
              <a:ext uri="{FF2B5EF4-FFF2-40B4-BE49-F238E27FC236}">
                <a16:creationId xmlns:a16="http://schemas.microsoft.com/office/drawing/2014/main" id="{AC4F3716-7ABD-CFBE-8B4B-32F823FC3CD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1559" b="11559"/>
          <a:stretch/>
        </p:blipFill>
        <p:spPr>
          <a:xfrm>
            <a:off x="4036715" y="-1"/>
            <a:ext cx="6610447" cy="6858001"/>
          </a:xfrm>
          <a:prstGeom prst="rect">
            <a:avLst/>
          </a:prstGeom>
        </p:spPr>
      </p:pic>
      <p:sp>
        <p:nvSpPr>
          <p:cNvPr id="10" name="Текст 9">
            <a:extLst>
              <a:ext uri="{FF2B5EF4-FFF2-40B4-BE49-F238E27FC236}">
                <a16:creationId xmlns:a16="http://schemas.microsoft.com/office/drawing/2014/main" id="{82A42826-FC98-95C6-EF85-491190F24E57}"/>
              </a:ext>
            </a:extLst>
          </p:cNvPr>
          <p:cNvSpPr>
            <a:spLocks noGrp="1"/>
          </p:cNvSpPr>
          <p:nvPr>
            <p:ph type="body" sz="quarter" idx="13" hasCustomPrompt="1"/>
          </p:nvPr>
        </p:nvSpPr>
        <p:spPr>
          <a:xfrm>
            <a:off x="838200" y="4074289"/>
            <a:ext cx="6291805" cy="2272372"/>
          </a:xfrm>
          <a:prstGeom prst="rect">
            <a:avLst/>
          </a:prstGeom>
          <a:ln>
            <a:noFill/>
          </a:ln>
        </p:spPr>
        <p:txBody>
          <a:bodyPr anchor="b"/>
          <a:lstStyle>
            <a:lvl1pPr algn="l">
              <a:lnSpc>
                <a:spcPct val="80000"/>
              </a:lnSpc>
              <a:defRPr sz="6400">
                <a:solidFill>
                  <a:schemeClr val="bg1"/>
                </a:solidFill>
                <a:latin typeface="Arial" panose="020B0604020202020204" pitchFamily="34" charset="0"/>
                <a:cs typeface="Arial" panose="020B0604020202020204" pitchFamily="34" charset="0"/>
              </a:defRPr>
            </a:lvl1pPr>
          </a:lstStyle>
          <a:p>
            <a:pPr lvl="0"/>
            <a:r>
              <a:rPr lang="ru-RU" dirty="0"/>
              <a:t>Спасибо </a:t>
            </a:r>
          </a:p>
          <a:p>
            <a:pPr lvl="0"/>
            <a:r>
              <a:rPr lang="ru-RU" dirty="0"/>
              <a:t>за внимание!</a:t>
            </a:r>
          </a:p>
        </p:txBody>
      </p:sp>
      <p:sp>
        <p:nvSpPr>
          <p:cNvPr id="15" name="Текст 14">
            <a:extLst>
              <a:ext uri="{FF2B5EF4-FFF2-40B4-BE49-F238E27FC236}">
                <a16:creationId xmlns:a16="http://schemas.microsoft.com/office/drawing/2014/main" id="{E3BD787A-FE5B-9333-1134-452F81E9AB91}"/>
              </a:ext>
            </a:extLst>
          </p:cNvPr>
          <p:cNvSpPr>
            <a:spLocks noGrp="1"/>
          </p:cNvSpPr>
          <p:nvPr>
            <p:ph type="body" sz="quarter" idx="14" hasCustomPrompt="1"/>
          </p:nvPr>
        </p:nvSpPr>
        <p:spPr>
          <a:xfrm>
            <a:off x="7927312" y="5935761"/>
            <a:ext cx="3707334" cy="359156"/>
          </a:xfrm>
          <a:prstGeom prst="rect">
            <a:avLst/>
          </a:prstGeom>
        </p:spPr>
        <p:txBody>
          <a:bodyPr anchor="b"/>
          <a:lstStyle>
            <a:lvl1pPr algn="r">
              <a:defRPr sz="1400">
                <a:solidFill>
                  <a:srgbClr val="7AEDB4"/>
                </a:solidFill>
                <a:latin typeface="Arial" panose="020B0604020202020204" pitchFamily="34" charset="0"/>
                <a:cs typeface="Arial" panose="020B0604020202020204" pitchFamily="34" charset="0"/>
              </a:defRPr>
            </a:lvl1pPr>
          </a:lstStyle>
          <a:p>
            <a:pPr lvl="0"/>
            <a:r>
              <a:rPr lang="ru-RU" dirty="0"/>
              <a:t>Москва, 2024</a:t>
            </a:r>
          </a:p>
        </p:txBody>
      </p:sp>
      <p:pic>
        <p:nvPicPr>
          <p:cNvPr id="2" name="Рисунок 1">
            <a:extLst>
              <a:ext uri="{FF2B5EF4-FFF2-40B4-BE49-F238E27FC236}">
                <a16:creationId xmlns:a16="http://schemas.microsoft.com/office/drawing/2014/main" id="{693F3BB9-16D8-FF59-BB63-400864D36686}"/>
              </a:ext>
            </a:extLst>
          </p:cNvPr>
          <p:cNvPicPr>
            <a:picLocks noChangeAspect="1"/>
          </p:cNvPicPr>
          <p:nvPr userDrawn="1"/>
        </p:nvPicPr>
        <p:blipFill>
          <a:blip r:embed="rId4"/>
          <a:stretch>
            <a:fillRect/>
          </a:stretch>
        </p:blipFill>
        <p:spPr>
          <a:xfrm>
            <a:off x="774701" y="430315"/>
            <a:ext cx="2464270" cy="894959"/>
          </a:xfrm>
          <a:prstGeom prst="rect">
            <a:avLst/>
          </a:prstGeom>
        </p:spPr>
      </p:pic>
    </p:spTree>
    <p:extLst>
      <p:ext uri="{BB962C8B-B14F-4D97-AF65-F5344CB8AC3E}">
        <p14:creationId xmlns:p14="http://schemas.microsoft.com/office/powerpoint/2010/main" val="28012694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Заключительный слайд (контакты)">
    <p:bg>
      <p:bgPr>
        <a:solidFill>
          <a:srgbClr val="2B3137"/>
        </a:solidFill>
        <a:effectLst/>
      </p:bgPr>
    </p:bg>
    <p:spTree>
      <p:nvGrpSpPr>
        <p:cNvPr id="1" name=""/>
        <p:cNvGrpSpPr/>
        <p:nvPr/>
      </p:nvGrpSpPr>
      <p:grpSpPr>
        <a:xfrm>
          <a:off x="0" y="0"/>
          <a:ext cx="0" cy="0"/>
          <a:chOff x="0" y="0"/>
          <a:chExt cx="0" cy="0"/>
        </a:xfrm>
      </p:grpSpPr>
      <p:pic>
        <p:nvPicPr>
          <p:cNvPr id="6" name="Рисунок 5">
            <a:extLst>
              <a:ext uri="{FF2B5EF4-FFF2-40B4-BE49-F238E27FC236}">
                <a16:creationId xmlns:a16="http://schemas.microsoft.com/office/drawing/2014/main" id="{C8B18E58-6FF1-94FE-D60C-7B098B2B20A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1559" b="11559"/>
          <a:stretch/>
        </p:blipFill>
        <p:spPr>
          <a:xfrm>
            <a:off x="4036715" y="-1"/>
            <a:ext cx="6610447" cy="6858001"/>
          </a:xfrm>
          <a:prstGeom prst="rect">
            <a:avLst/>
          </a:prstGeom>
        </p:spPr>
      </p:pic>
      <p:sp>
        <p:nvSpPr>
          <p:cNvPr id="10" name="Текст 9">
            <a:extLst>
              <a:ext uri="{FF2B5EF4-FFF2-40B4-BE49-F238E27FC236}">
                <a16:creationId xmlns:a16="http://schemas.microsoft.com/office/drawing/2014/main" id="{82A42826-FC98-95C6-EF85-491190F24E57}"/>
              </a:ext>
            </a:extLst>
          </p:cNvPr>
          <p:cNvSpPr>
            <a:spLocks noGrp="1"/>
          </p:cNvSpPr>
          <p:nvPr>
            <p:ph type="body" sz="quarter" idx="13" hasCustomPrompt="1"/>
          </p:nvPr>
        </p:nvSpPr>
        <p:spPr>
          <a:xfrm>
            <a:off x="775138" y="4021015"/>
            <a:ext cx="3276600" cy="2272372"/>
          </a:xfrm>
          <a:prstGeom prst="rect">
            <a:avLst/>
          </a:prstGeom>
          <a:ln>
            <a:noFill/>
          </a:ln>
        </p:spPr>
        <p:txBody>
          <a:bodyPr anchor="b"/>
          <a:lstStyle>
            <a:lvl1pPr algn="l">
              <a:lnSpc>
                <a:spcPct val="80000"/>
              </a:lnSpc>
              <a:defRPr sz="1400">
                <a:solidFill>
                  <a:schemeClr val="bg1"/>
                </a:solidFill>
                <a:latin typeface="Arial" panose="020B0604020202020204" pitchFamily="34" charset="0"/>
                <a:cs typeface="Arial" panose="020B0604020202020204" pitchFamily="34" charset="0"/>
              </a:defRPr>
            </a:lvl1pPr>
          </a:lstStyle>
          <a:p>
            <a:pPr lvl="0"/>
            <a:r>
              <a:rPr lang="ru-RU" dirty="0"/>
              <a:t>Блок с контактами 1</a:t>
            </a:r>
          </a:p>
          <a:p>
            <a:pPr lvl="0"/>
            <a:r>
              <a:rPr lang="ru-RU" dirty="0"/>
              <a:t>+7 999 234-56-78</a:t>
            </a:r>
          </a:p>
          <a:p>
            <a:pPr lvl="0"/>
            <a:r>
              <a:rPr lang="ru-RU" dirty="0" err="1"/>
              <a:t>i</a:t>
            </a:r>
            <a:r>
              <a:rPr lang="en-GB" dirty="0" err="1"/>
              <a:t>nfo@mail.ru</a:t>
            </a:r>
            <a:endParaRPr lang="ru-RU" dirty="0"/>
          </a:p>
        </p:txBody>
      </p:sp>
      <p:sp>
        <p:nvSpPr>
          <p:cNvPr id="5" name="Текст 9">
            <a:extLst>
              <a:ext uri="{FF2B5EF4-FFF2-40B4-BE49-F238E27FC236}">
                <a16:creationId xmlns:a16="http://schemas.microsoft.com/office/drawing/2014/main" id="{62328D92-94C2-7A57-5B44-EE7105BB6080}"/>
              </a:ext>
            </a:extLst>
          </p:cNvPr>
          <p:cNvSpPr>
            <a:spLocks noGrp="1"/>
          </p:cNvSpPr>
          <p:nvPr>
            <p:ph type="body" sz="quarter" idx="14" hasCustomPrompt="1"/>
          </p:nvPr>
        </p:nvSpPr>
        <p:spPr>
          <a:xfrm>
            <a:off x="4336349" y="4022545"/>
            <a:ext cx="3276600" cy="2272372"/>
          </a:xfrm>
          <a:prstGeom prst="rect">
            <a:avLst/>
          </a:prstGeom>
          <a:ln>
            <a:noFill/>
          </a:ln>
        </p:spPr>
        <p:txBody>
          <a:bodyPr anchor="b"/>
          <a:lstStyle>
            <a:lvl1pPr algn="l">
              <a:lnSpc>
                <a:spcPct val="80000"/>
              </a:lnSpc>
              <a:defRPr sz="1400">
                <a:solidFill>
                  <a:schemeClr val="bg1"/>
                </a:solidFill>
                <a:latin typeface="Arial" panose="020B0604020202020204" pitchFamily="34" charset="0"/>
                <a:cs typeface="Arial" panose="020B0604020202020204" pitchFamily="34" charset="0"/>
              </a:defRPr>
            </a:lvl1pPr>
          </a:lstStyle>
          <a:p>
            <a:pPr lvl="0"/>
            <a:r>
              <a:rPr lang="ru-RU" dirty="0"/>
              <a:t>Блок с контактами </a:t>
            </a:r>
            <a:r>
              <a:rPr lang="en-GB" dirty="0"/>
              <a:t>2 </a:t>
            </a:r>
          </a:p>
          <a:p>
            <a:pPr lvl="0"/>
            <a:r>
              <a:rPr lang="ru-RU" dirty="0"/>
              <a:t>+7 999 234-56-78</a:t>
            </a:r>
          </a:p>
          <a:p>
            <a:pPr lvl="0"/>
            <a:r>
              <a:rPr lang="ru-RU" dirty="0" err="1"/>
              <a:t>i</a:t>
            </a:r>
            <a:r>
              <a:rPr lang="en-GB" dirty="0" err="1"/>
              <a:t>nfo@mail.ru</a:t>
            </a:r>
            <a:endParaRPr lang="ru-RU" dirty="0"/>
          </a:p>
        </p:txBody>
      </p:sp>
      <p:pic>
        <p:nvPicPr>
          <p:cNvPr id="2" name="Рисунок 1">
            <a:extLst>
              <a:ext uri="{FF2B5EF4-FFF2-40B4-BE49-F238E27FC236}">
                <a16:creationId xmlns:a16="http://schemas.microsoft.com/office/drawing/2014/main" id="{15CD3AF5-165D-FE0A-B369-167BEB324E35}"/>
              </a:ext>
            </a:extLst>
          </p:cNvPr>
          <p:cNvPicPr>
            <a:picLocks noChangeAspect="1"/>
          </p:cNvPicPr>
          <p:nvPr userDrawn="1"/>
        </p:nvPicPr>
        <p:blipFill>
          <a:blip r:embed="rId4"/>
          <a:stretch>
            <a:fillRect/>
          </a:stretch>
        </p:blipFill>
        <p:spPr>
          <a:xfrm>
            <a:off x="774701" y="430315"/>
            <a:ext cx="2464270" cy="894959"/>
          </a:xfrm>
          <a:prstGeom prst="rect">
            <a:avLst/>
          </a:prstGeom>
        </p:spPr>
      </p:pic>
    </p:spTree>
    <p:extLst>
      <p:ext uri="{BB962C8B-B14F-4D97-AF65-F5344CB8AC3E}">
        <p14:creationId xmlns:p14="http://schemas.microsoft.com/office/powerpoint/2010/main" val="10114810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E80E1B-C6A1-49A9-8875-2245A6A9B1DE}"/>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B8295AA1-6740-426A-A000-4ACBD629449A}"/>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C2C72566-1116-4B59-8939-FECE5E16FF29}"/>
              </a:ext>
            </a:extLst>
          </p:cNvPr>
          <p:cNvSpPr>
            <a:spLocks noGrp="1"/>
          </p:cNvSpPr>
          <p:nvPr>
            <p:ph type="dt" sz="half" idx="10"/>
          </p:nvPr>
        </p:nvSpPr>
        <p:spPr/>
        <p:txBody>
          <a:bodyPr/>
          <a:lstStyle/>
          <a:p>
            <a:fld id="{B839C446-8B0B-4253-8EB0-663F05774FFE}" type="datetimeFigureOut">
              <a:rPr lang="ru-RU" smtClean="0"/>
              <a:t>18.08.2025</a:t>
            </a:fld>
            <a:endParaRPr lang="ru-RU"/>
          </a:p>
        </p:txBody>
      </p:sp>
      <p:sp>
        <p:nvSpPr>
          <p:cNvPr id="5" name="Нижний колонтитул 4">
            <a:extLst>
              <a:ext uri="{FF2B5EF4-FFF2-40B4-BE49-F238E27FC236}">
                <a16:creationId xmlns:a16="http://schemas.microsoft.com/office/drawing/2014/main" id="{E771F8C7-9B3E-4FA5-8131-14DB0C74114E}"/>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83B4CEB-9BE3-4A9C-A345-0436552C9AEF}"/>
              </a:ext>
            </a:extLst>
          </p:cNvPr>
          <p:cNvSpPr>
            <a:spLocks noGrp="1"/>
          </p:cNvSpPr>
          <p:nvPr>
            <p:ph type="sldNum" sz="quarter" idx="12"/>
          </p:nvPr>
        </p:nvSpPr>
        <p:spPr/>
        <p:txBody>
          <a:bodyPr/>
          <a:lstStyle/>
          <a:p>
            <a:fld id="{CDF6BDBE-039B-4E69-BA42-DD5F5F3E327C}" type="slidenum">
              <a:rPr lang="ru-RU" smtClean="0"/>
              <a:t>‹#›</a:t>
            </a:fld>
            <a:endParaRPr lang="ru-RU"/>
          </a:p>
        </p:txBody>
      </p:sp>
    </p:spTree>
    <p:extLst>
      <p:ext uri="{BB962C8B-B14F-4D97-AF65-F5344CB8AC3E}">
        <p14:creationId xmlns:p14="http://schemas.microsoft.com/office/powerpoint/2010/main" val="1732767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theme" Target="../theme/theme2.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image" Target="../media/image11.emf"/><Relationship Id="rId2" Type="http://schemas.openxmlformats.org/officeDocument/2006/relationships/slideLayout" Target="../slideLayouts/slideLayout10.xml"/><Relationship Id="rId16" Type="http://schemas.openxmlformats.org/officeDocument/2006/relationships/oleObject" Target="../embeddings/oleObject2.bin"/><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tags" Target="../tags/tag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vmlDrawing" Target="../drawings/vmlDrawing2.v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p:cNvGraphicFramePr>
            <a:graphicFrameLocks noChangeAspect="1"/>
          </p:cNvGraphicFramePr>
          <p:nvPr userDrawn="1">
            <p:custDataLst>
              <p:tags r:id="rId11"/>
            </p:custDataLst>
            <p:extLst>
              <p:ext uri="{D42A27DB-BD31-4B8C-83A1-F6EECF244321}">
                <p14:modId xmlns:p14="http://schemas.microsoft.com/office/powerpoint/2010/main" val="40636620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9308" name="Слайд think-cell" r:id="rId12" imgW="347" imgH="348" progId="TCLayout.ActiveDocument.1">
                  <p:embed/>
                </p:oleObj>
              </mc:Choice>
              <mc:Fallback>
                <p:oleObj name="Слайд think-cell" r:id="rId12" imgW="347" imgH="348" progId="TCLayout.ActiveDocument.1">
                  <p:embed/>
                  <p:pic>
                    <p:nvPicPr>
                      <p:cNvPr id="0" name=""/>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526C3A0A-6024-3A4D-93F6-C9ECA24B82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RU"/>
          </a:p>
        </p:txBody>
      </p:sp>
      <p:sp>
        <p:nvSpPr>
          <p:cNvPr id="3" name="Text Placeholder 2">
            <a:extLst>
              <a:ext uri="{FF2B5EF4-FFF2-40B4-BE49-F238E27FC236}">
                <a16:creationId xmlns:a16="http://schemas.microsoft.com/office/drawing/2014/main" id="{8AAFB5B5-6111-074E-B1E6-5C11A46928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2CD160CC-40E3-A34E-85F5-1F9F1D8040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2C4E25-DCC2-8C41-8C82-04D8E0E859E0}" type="datetime1">
              <a:rPr lang="ru-RU" smtClean="0"/>
              <a:t>18.08.2025</a:t>
            </a:fld>
            <a:endParaRPr lang="en-RU"/>
          </a:p>
        </p:txBody>
      </p:sp>
      <p:sp>
        <p:nvSpPr>
          <p:cNvPr id="5" name="Footer Placeholder 4">
            <a:extLst>
              <a:ext uri="{FF2B5EF4-FFF2-40B4-BE49-F238E27FC236}">
                <a16:creationId xmlns:a16="http://schemas.microsoft.com/office/drawing/2014/main" id="{4507B323-4E60-6542-92EA-1F6917824F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RU"/>
          </a:p>
        </p:txBody>
      </p:sp>
      <p:sp>
        <p:nvSpPr>
          <p:cNvPr id="6" name="Slide Number Placeholder 5">
            <a:extLst>
              <a:ext uri="{FF2B5EF4-FFF2-40B4-BE49-F238E27FC236}">
                <a16:creationId xmlns:a16="http://schemas.microsoft.com/office/drawing/2014/main" id="{7556143B-1FC7-D345-9A07-58FCEB0464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F8B3EF-6FCB-5342-834B-72C623FC3BE6}" type="slidenum">
              <a:rPr lang="en-RU" smtClean="0"/>
              <a:t>‹#›</a:t>
            </a:fld>
            <a:endParaRPr lang="en-RU"/>
          </a:p>
        </p:txBody>
      </p:sp>
    </p:spTree>
    <p:extLst>
      <p:ext uri="{BB962C8B-B14F-4D97-AF65-F5344CB8AC3E}">
        <p14:creationId xmlns:p14="http://schemas.microsoft.com/office/powerpoint/2010/main" val="3137793041"/>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FB1FD935-228B-446A-83B2-9E0A24B9C8A0}"/>
              </a:ext>
            </a:extLst>
          </p:cNvPr>
          <p:cNvGraphicFramePr>
            <a:graphicFrameLocks noChangeAspect="1"/>
          </p:cNvGraphicFramePr>
          <p:nvPr userDrawn="1">
            <p:custDataLst>
              <p:tags r:id="rId1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5769" name="Слайд think-cell" r:id="rId16" imgW="359" imgH="360" progId="TCLayout.ActiveDocument.1">
                  <p:embed/>
                </p:oleObj>
              </mc:Choice>
              <mc:Fallback>
                <p:oleObj name="Слайд think-cell" r:id="rId16" imgW="359" imgH="360" progId="TCLayout.ActiveDocument.1">
                  <p:embed/>
                  <p:pic>
                    <p:nvPicPr>
                      <p:cNvPr id="41" name="think-cell data - do not delete" hidden="1">
                        <a:extLst>
                          <a:ext uri="{FF2B5EF4-FFF2-40B4-BE49-F238E27FC236}">
                            <a16:creationId xmlns:a16="http://schemas.microsoft.com/office/drawing/2014/main" id="{FB1FD935-228B-446A-83B2-9E0A24B9C8A0}"/>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2" name="Прямоугольник 1">
            <a:extLst>
              <a:ext uri="{FF2B5EF4-FFF2-40B4-BE49-F238E27FC236}">
                <a16:creationId xmlns:a16="http://schemas.microsoft.com/office/drawing/2014/main" id="{AB721245-859A-47CB-BACF-9A3BADBB6666}"/>
              </a:ext>
            </a:extLst>
          </p:cNvPr>
          <p:cNvSpPr/>
          <p:nvPr userDrawn="1"/>
        </p:nvSpPr>
        <p:spPr>
          <a:xfrm>
            <a:off x="-1343690" y="3975473"/>
            <a:ext cx="1201480" cy="900000"/>
          </a:xfrm>
          <a:prstGeom prst="rect">
            <a:avLst/>
          </a:prstGeom>
          <a:solidFill>
            <a:srgbClr val="2C4B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sz="1050" dirty="0">
                <a:solidFill>
                  <a:schemeClr val="bg1"/>
                </a:solidFill>
                <a:latin typeface="Arial" panose="020B0604020202020204" pitchFamily="34" charset="0"/>
                <a:cs typeface="Arial" panose="020B0604020202020204" pitchFamily="34" charset="0"/>
                <a:sym typeface="Arial" panose="020B0604020202020204" pitchFamily="34" charset="0"/>
              </a:rPr>
              <a:t>#2C4B3C</a:t>
            </a:r>
            <a:endParaRPr lang="ru-RU" sz="105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3" name="Прямоугольник 2">
            <a:extLst>
              <a:ext uri="{FF2B5EF4-FFF2-40B4-BE49-F238E27FC236}">
                <a16:creationId xmlns:a16="http://schemas.microsoft.com/office/drawing/2014/main" id="{F2326C03-813A-4948-812E-BBCA523AB9B5}"/>
              </a:ext>
            </a:extLst>
          </p:cNvPr>
          <p:cNvSpPr/>
          <p:nvPr userDrawn="1"/>
        </p:nvSpPr>
        <p:spPr>
          <a:xfrm>
            <a:off x="-1343690" y="2984209"/>
            <a:ext cx="1201480" cy="900000"/>
          </a:xfrm>
          <a:prstGeom prst="rect">
            <a:avLst/>
          </a:prstGeom>
          <a:solidFill>
            <a:srgbClr val="7F83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sz="1050" dirty="0">
                <a:solidFill>
                  <a:schemeClr val="tx1"/>
                </a:solidFill>
                <a:latin typeface="Arial" panose="020B0604020202020204" pitchFamily="34" charset="0"/>
                <a:cs typeface="Arial" panose="020B0604020202020204" pitchFamily="34" charset="0"/>
                <a:sym typeface="Arial" panose="020B0604020202020204" pitchFamily="34" charset="0"/>
              </a:rPr>
              <a:t>#7F83F2</a:t>
            </a:r>
            <a:endParaRPr lang="ru-RU" sz="1050" dirty="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6" name="Прямоугольник 5">
            <a:extLst>
              <a:ext uri="{FF2B5EF4-FFF2-40B4-BE49-F238E27FC236}">
                <a16:creationId xmlns:a16="http://schemas.microsoft.com/office/drawing/2014/main" id="{01C09D1A-EFAC-42E7-8F08-D38A00B1F958}"/>
              </a:ext>
            </a:extLst>
          </p:cNvPr>
          <p:cNvSpPr/>
          <p:nvPr userDrawn="1"/>
        </p:nvSpPr>
        <p:spPr>
          <a:xfrm>
            <a:off x="-1343690" y="5958000"/>
            <a:ext cx="1201480" cy="900000"/>
          </a:xfrm>
          <a:prstGeom prst="rect">
            <a:avLst/>
          </a:prstGeom>
          <a:solidFill>
            <a:srgbClr val="98DA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sz="1050" dirty="0">
                <a:solidFill>
                  <a:schemeClr val="tx1"/>
                </a:solidFill>
                <a:latin typeface="Arial" panose="020B0604020202020204" pitchFamily="34" charset="0"/>
                <a:cs typeface="Arial" panose="020B0604020202020204" pitchFamily="34" charset="0"/>
                <a:sym typeface="Arial" panose="020B0604020202020204" pitchFamily="34" charset="0"/>
              </a:rPr>
              <a:t>#98DADE</a:t>
            </a:r>
            <a:endParaRPr lang="ru-RU" sz="1050" dirty="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10" name="Прямоугольник 9">
            <a:extLst>
              <a:ext uri="{FF2B5EF4-FFF2-40B4-BE49-F238E27FC236}">
                <a16:creationId xmlns:a16="http://schemas.microsoft.com/office/drawing/2014/main" id="{3569797D-F299-4D04-B1A8-28E11A8C370D}"/>
              </a:ext>
            </a:extLst>
          </p:cNvPr>
          <p:cNvSpPr/>
          <p:nvPr userDrawn="1"/>
        </p:nvSpPr>
        <p:spPr>
          <a:xfrm>
            <a:off x="-1343690" y="4966737"/>
            <a:ext cx="1201480" cy="90000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sz="1050" dirty="0">
                <a:solidFill>
                  <a:schemeClr val="tx1"/>
                </a:solidFill>
                <a:latin typeface="Arial" panose="020B0604020202020204" pitchFamily="34" charset="0"/>
                <a:cs typeface="Arial" panose="020B0604020202020204" pitchFamily="34" charset="0"/>
                <a:sym typeface="Arial" panose="020B0604020202020204" pitchFamily="34" charset="0"/>
              </a:rPr>
              <a:t>#F5F5F5</a:t>
            </a:r>
            <a:endParaRPr lang="ru-RU" sz="1050" dirty="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11" name="Прямоугольник 10">
            <a:extLst>
              <a:ext uri="{FF2B5EF4-FFF2-40B4-BE49-F238E27FC236}">
                <a16:creationId xmlns:a16="http://schemas.microsoft.com/office/drawing/2014/main" id="{612100B6-D9D4-44E4-BB48-F963F66022FB}"/>
              </a:ext>
            </a:extLst>
          </p:cNvPr>
          <p:cNvSpPr/>
          <p:nvPr userDrawn="1"/>
        </p:nvSpPr>
        <p:spPr>
          <a:xfrm>
            <a:off x="-1343690" y="1001681"/>
            <a:ext cx="1201480" cy="900000"/>
          </a:xfrm>
          <a:prstGeom prst="rect">
            <a:avLst/>
          </a:prstGeom>
          <a:solidFill>
            <a:srgbClr val="2B31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sz="1050" dirty="0">
                <a:solidFill>
                  <a:schemeClr val="bg1"/>
                </a:solidFill>
                <a:latin typeface="Arial" panose="020B0604020202020204" pitchFamily="34" charset="0"/>
                <a:cs typeface="Arial" panose="020B0604020202020204" pitchFamily="34" charset="0"/>
                <a:sym typeface="Arial" panose="020B0604020202020204" pitchFamily="34" charset="0"/>
              </a:rPr>
              <a:t>#2B3137</a:t>
            </a:r>
            <a:endParaRPr lang="ru-RU" sz="1050" dirty="0">
              <a:solidFill>
                <a:schemeClr val="bg1"/>
              </a:solidFill>
              <a:latin typeface="Arial" panose="020B0604020202020204" pitchFamily="34" charset="0"/>
              <a:cs typeface="Arial" panose="020B0604020202020204" pitchFamily="34" charset="0"/>
              <a:sym typeface="Arial" panose="020B0604020202020204" pitchFamily="34" charset="0"/>
            </a:endParaRPr>
          </a:p>
        </p:txBody>
      </p:sp>
      <p:sp>
        <p:nvSpPr>
          <p:cNvPr id="12" name="Прямоугольник 11">
            <a:extLst>
              <a:ext uri="{FF2B5EF4-FFF2-40B4-BE49-F238E27FC236}">
                <a16:creationId xmlns:a16="http://schemas.microsoft.com/office/drawing/2014/main" id="{A71DCC3C-E47D-4260-AD27-68061ED95EDB}"/>
              </a:ext>
            </a:extLst>
          </p:cNvPr>
          <p:cNvSpPr/>
          <p:nvPr userDrawn="1"/>
        </p:nvSpPr>
        <p:spPr>
          <a:xfrm>
            <a:off x="-1343690" y="1992945"/>
            <a:ext cx="1201480" cy="900000"/>
          </a:xfrm>
          <a:prstGeom prst="rect">
            <a:avLst/>
          </a:prstGeom>
          <a:solidFill>
            <a:srgbClr val="B5BD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sz="1050">
                <a:solidFill>
                  <a:schemeClr val="tx1"/>
                </a:solidFill>
                <a:latin typeface="Arial" panose="020B0604020202020204" pitchFamily="34" charset="0"/>
                <a:cs typeface="Arial" panose="020B0604020202020204" pitchFamily="34" charset="0"/>
                <a:sym typeface="Arial" panose="020B0604020202020204" pitchFamily="34" charset="0"/>
              </a:rPr>
              <a:t>#80868B</a:t>
            </a:r>
            <a:endParaRPr lang="ru-RU" sz="1050" dirty="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
        <p:nvSpPr>
          <p:cNvPr id="13" name="TextBox 12">
            <a:extLst>
              <a:ext uri="{FF2B5EF4-FFF2-40B4-BE49-F238E27FC236}">
                <a16:creationId xmlns:a16="http://schemas.microsoft.com/office/drawing/2014/main" id="{C0E881C9-4ABD-4776-836D-E1BE4ECFC621}"/>
              </a:ext>
            </a:extLst>
          </p:cNvPr>
          <p:cNvSpPr txBox="1"/>
          <p:nvPr userDrawn="1"/>
        </p:nvSpPr>
        <p:spPr>
          <a:xfrm rot="16200000">
            <a:off x="-2981962" y="1300185"/>
            <a:ext cx="2943368" cy="307777"/>
          </a:xfrm>
          <a:prstGeom prst="rect">
            <a:avLst/>
          </a:prstGeom>
          <a:noFill/>
        </p:spPr>
        <p:txBody>
          <a:bodyPr wrap="square" rtlCol="0">
            <a:spAutoFit/>
          </a:bodyPr>
          <a:lstStyle/>
          <a:p>
            <a:pPr algn="ctr"/>
            <a:r>
              <a:rPr lang="ru-RU" sz="1400" dirty="0">
                <a:latin typeface="Arial" panose="020B0604020202020204" pitchFamily="34" charset="0"/>
                <a:cs typeface="Arial" panose="020B0604020202020204" pitchFamily="34" charset="0"/>
                <a:sym typeface="Arial" panose="020B0604020202020204" pitchFamily="34" charset="0"/>
              </a:rPr>
              <a:t>Основная палитра</a:t>
            </a:r>
          </a:p>
        </p:txBody>
      </p:sp>
      <p:sp>
        <p:nvSpPr>
          <p:cNvPr id="14" name="TextBox 13">
            <a:extLst>
              <a:ext uri="{FF2B5EF4-FFF2-40B4-BE49-F238E27FC236}">
                <a16:creationId xmlns:a16="http://schemas.microsoft.com/office/drawing/2014/main" id="{167747E0-B27A-49BD-B930-377B2AB462ED}"/>
              </a:ext>
            </a:extLst>
          </p:cNvPr>
          <p:cNvSpPr txBox="1"/>
          <p:nvPr userDrawn="1"/>
        </p:nvSpPr>
        <p:spPr>
          <a:xfrm rot="16200000">
            <a:off x="-2870212" y="4623280"/>
            <a:ext cx="2719868" cy="307777"/>
          </a:xfrm>
          <a:prstGeom prst="rect">
            <a:avLst/>
          </a:prstGeom>
          <a:noFill/>
        </p:spPr>
        <p:txBody>
          <a:bodyPr wrap="square" rtlCol="0">
            <a:spAutoFit/>
          </a:bodyPr>
          <a:lstStyle/>
          <a:p>
            <a:pPr algn="ctr"/>
            <a:r>
              <a:rPr lang="ru-RU" sz="1400" dirty="0">
                <a:latin typeface="Arial" panose="020B0604020202020204" pitchFamily="34" charset="0"/>
                <a:cs typeface="Arial" panose="020B0604020202020204" pitchFamily="34" charset="0"/>
                <a:sym typeface="Arial" panose="020B0604020202020204" pitchFamily="34" charset="0"/>
              </a:rPr>
              <a:t>Дополнительная палитра</a:t>
            </a:r>
          </a:p>
        </p:txBody>
      </p:sp>
      <p:sp>
        <p:nvSpPr>
          <p:cNvPr id="15" name="Прямоугольник 14">
            <a:extLst>
              <a:ext uri="{FF2B5EF4-FFF2-40B4-BE49-F238E27FC236}">
                <a16:creationId xmlns:a16="http://schemas.microsoft.com/office/drawing/2014/main" id="{94A55EEB-35ED-4D30-965C-09194E0C8E47}"/>
              </a:ext>
            </a:extLst>
          </p:cNvPr>
          <p:cNvSpPr/>
          <p:nvPr userDrawn="1"/>
        </p:nvSpPr>
        <p:spPr>
          <a:xfrm>
            <a:off x="-1664167" y="-17607"/>
            <a:ext cx="1575932" cy="294336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latin typeface="Arial" panose="020B0604020202020204" pitchFamily="34" charset="0"/>
              <a:cs typeface="Arial" panose="020B0604020202020204" pitchFamily="34" charset="0"/>
              <a:sym typeface="Arial" panose="020B0604020202020204" pitchFamily="34" charset="0"/>
            </a:endParaRPr>
          </a:p>
        </p:txBody>
      </p:sp>
      <p:sp>
        <p:nvSpPr>
          <p:cNvPr id="16" name="Прямоугольник 15">
            <a:extLst>
              <a:ext uri="{FF2B5EF4-FFF2-40B4-BE49-F238E27FC236}">
                <a16:creationId xmlns:a16="http://schemas.microsoft.com/office/drawing/2014/main" id="{B1F98D05-9DC5-4EE0-892E-2FB7704430D7}"/>
              </a:ext>
            </a:extLst>
          </p:cNvPr>
          <p:cNvSpPr/>
          <p:nvPr userDrawn="1"/>
        </p:nvSpPr>
        <p:spPr>
          <a:xfrm>
            <a:off x="-1664167" y="2963860"/>
            <a:ext cx="1575932" cy="393224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latin typeface="Arial" panose="020B0604020202020204" pitchFamily="34" charset="0"/>
              <a:cs typeface="Arial" panose="020B0604020202020204" pitchFamily="34" charset="0"/>
              <a:sym typeface="Arial" panose="020B0604020202020204" pitchFamily="34" charset="0"/>
            </a:endParaRPr>
          </a:p>
        </p:txBody>
      </p:sp>
      <p:sp>
        <p:nvSpPr>
          <p:cNvPr id="17" name="Прямоугольник 16">
            <a:extLst>
              <a:ext uri="{FF2B5EF4-FFF2-40B4-BE49-F238E27FC236}">
                <a16:creationId xmlns:a16="http://schemas.microsoft.com/office/drawing/2014/main" id="{171EED93-0E69-4754-8CE1-CE20794FFEF6}"/>
              </a:ext>
            </a:extLst>
          </p:cNvPr>
          <p:cNvSpPr/>
          <p:nvPr userDrawn="1"/>
        </p:nvSpPr>
        <p:spPr>
          <a:xfrm rot="5400000">
            <a:off x="5621734" y="-456790"/>
            <a:ext cx="333373" cy="504000"/>
          </a:xfrm>
          <a:prstGeom prst="rect">
            <a:avLst/>
          </a:prstGeom>
          <a:solidFill>
            <a:srgbClr val="2B3137">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b"/>
          <a:lstStyle/>
          <a:p>
            <a:pPr lvl="0" algn="ctr"/>
            <a:r>
              <a:rPr lang="ru-RU" sz="1050" dirty="0">
                <a:solidFill>
                  <a:schemeClr val="tx1"/>
                </a:solidFill>
                <a:latin typeface="Arial" panose="020B0604020202020204" pitchFamily="34" charset="0"/>
                <a:cs typeface="Arial" panose="020B0604020202020204" pitchFamily="34" charset="0"/>
                <a:sym typeface="Arial" panose="020B0604020202020204" pitchFamily="34" charset="0"/>
              </a:rPr>
              <a:t>90%</a:t>
            </a:r>
          </a:p>
        </p:txBody>
      </p:sp>
      <p:sp>
        <p:nvSpPr>
          <p:cNvPr id="18" name="Прямоугольник 17">
            <a:extLst>
              <a:ext uri="{FF2B5EF4-FFF2-40B4-BE49-F238E27FC236}">
                <a16:creationId xmlns:a16="http://schemas.microsoft.com/office/drawing/2014/main" id="{4E4C1689-CA02-4184-9224-7A3992D7D389}"/>
              </a:ext>
            </a:extLst>
          </p:cNvPr>
          <p:cNvSpPr/>
          <p:nvPr userDrawn="1"/>
        </p:nvSpPr>
        <p:spPr>
          <a:xfrm rot="5400000">
            <a:off x="5006576" y="-456790"/>
            <a:ext cx="333373" cy="504000"/>
          </a:xfrm>
          <a:prstGeom prst="rect">
            <a:avLst/>
          </a:prstGeom>
          <a:solidFill>
            <a:srgbClr val="2B3137">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b"/>
          <a:lstStyle/>
          <a:p>
            <a:pPr lvl="0" algn="ctr"/>
            <a:r>
              <a:rPr lang="ru-RU" sz="1050" dirty="0">
                <a:solidFill>
                  <a:schemeClr val="tx1"/>
                </a:solidFill>
                <a:latin typeface="Arial" panose="020B0604020202020204" pitchFamily="34" charset="0"/>
                <a:cs typeface="Arial" panose="020B0604020202020204" pitchFamily="34" charset="0"/>
                <a:sym typeface="Arial" panose="020B0604020202020204" pitchFamily="34" charset="0"/>
              </a:rPr>
              <a:t>80%</a:t>
            </a:r>
          </a:p>
        </p:txBody>
      </p:sp>
      <p:sp>
        <p:nvSpPr>
          <p:cNvPr id="19" name="Прямоугольник 18">
            <a:extLst>
              <a:ext uri="{FF2B5EF4-FFF2-40B4-BE49-F238E27FC236}">
                <a16:creationId xmlns:a16="http://schemas.microsoft.com/office/drawing/2014/main" id="{137E2AC2-F7A6-460E-8DBB-4A73A45D677E}"/>
              </a:ext>
            </a:extLst>
          </p:cNvPr>
          <p:cNvSpPr/>
          <p:nvPr userDrawn="1"/>
        </p:nvSpPr>
        <p:spPr>
          <a:xfrm rot="5400000">
            <a:off x="4391418" y="-456790"/>
            <a:ext cx="333373" cy="504000"/>
          </a:xfrm>
          <a:prstGeom prst="rect">
            <a:avLst/>
          </a:prstGeom>
          <a:solidFill>
            <a:srgbClr val="2B3137">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b"/>
          <a:lstStyle/>
          <a:p>
            <a:pPr lvl="0" algn="ctr"/>
            <a:r>
              <a:rPr lang="ru-RU" sz="1050" dirty="0">
                <a:solidFill>
                  <a:schemeClr val="tx1"/>
                </a:solidFill>
                <a:latin typeface="Arial" panose="020B0604020202020204" pitchFamily="34" charset="0"/>
                <a:cs typeface="Arial" panose="020B0604020202020204" pitchFamily="34" charset="0"/>
                <a:sym typeface="Arial" panose="020B0604020202020204" pitchFamily="34" charset="0"/>
              </a:rPr>
              <a:t>70%</a:t>
            </a:r>
          </a:p>
        </p:txBody>
      </p:sp>
      <p:sp>
        <p:nvSpPr>
          <p:cNvPr id="20" name="Прямоугольник 19">
            <a:extLst>
              <a:ext uri="{FF2B5EF4-FFF2-40B4-BE49-F238E27FC236}">
                <a16:creationId xmlns:a16="http://schemas.microsoft.com/office/drawing/2014/main" id="{401BCD3B-4D27-41B2-A80A-100560A4231F}"/>
              </a:ext>
            </a:extLst>
          </p:cNvPr>
          <p:cNvSpPr/>
          <p:nvPr userDrawn="1"/>
        </p:nvSpPr>
        <p:spPr>
          <a:xfrm rot="5400000">
            <a:off x="3776260" y="-456790"/>
            <a:ext cx="333373" cy="504000"/>
          </a:xfrm>
          <a:prstGeom prst="rect">
            <a:avLst/>
          </a:prstGeom>
          <a:solidFill>
            <a:srgbClr val="2B313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b"/>
          <a:lstStyle/>
          <a:p>
            <a:pPr lvl="0" algn="ctr"/>
            <a:r>
              <a:rPr lang="ru-RU" sz="1050" dirty="0">
                <a:solidFill>
                  <a:schemeClr val="tx1"/>
                </a:solidFill>
                <a:latin typeface="Arial" panose="020B0604020202020204" pitchFamily="34" charset="0"/>
                <a:cs typeface="Arial" panose="020B0604020202020204" pitchFamily="34" charset="0"/>
                <a:sym typeface="Arial" panose="020B0604020202020204" pitchFamily="34" charset="0"/>
              </a:rPr>
              <a:t>60%</a:t>
            </a:r>
          </a:p>
        </p:txBody>
      </p:sp>
      <p:sp>
        <p:nvSpPr>
          <p:cNvPr id="21" name="Прямоугольник 20">
            <a:extLst>
              <a:ext uri="{FF2B5EF4-FFF2-40B4-BE49-F238E27FC236}">
                <a16:creationId xmlns:a16="http://schemas.microsoft.com/office/drawing/2014/main" id="{B10669A6-9D72-4DAE-AA35-1A896711231D}"/>
              </a:ext>
            </a:extLst>
          </p:cNvPr>
          <p:cNvSpPr/>
          <p:nvPr userDrawn="1"/>
        </p:nvSpPr>
        <p:spPr>
          <a:xfrm rot="5400000">
            <a:off x="3161102" y="-456790"/>
            <a:ext cx="333373" cy="504000"/>
          </a:xfrm>
          <a:prstGeom prst="rect">
            <a:avLst/>
          </a:prstGeom>
          <a:solidFill>
            <a:srgbClr val="2B313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b"/>
          <a:lstStyle/>
          <a:p>
            <a:pPr lvl="0" algn="ctr"/>
            <a:r>
              <a:rPr lang="ru-RU" sz="1050" dirty="0">
                <a:solidFill>
                  <a:schemeClr val="bg1"/>
                </a:solidFill>
                <a:latin typeface="Arial" panose="020B0604020202020204" pitchFamily="34" charset="0"/>
                <a:cs typeface="Arial" panose="020B0604020202020204" pitchFamily="34" charset="0"/>
                <a:sym typeface="Arial" panose="020B0604020202020204" pitchFamily="34" charset="0"/>
              </a:rPr>
              <a:t>50%</a:t>
            </a:r>
          </a:p>
        </p:txBody>
      </p:sp>
      <p:sp>
        <p:nvSpPr>
          <p:cNvPr id="22" name="Прямоугольник 21">
            <a:extLst>
              <a:ext uri="{FF2B5EF4-FFF2-40B4-BE49-F238E27FC236}">
                <a16:creationId xmlns:a16="http://schemas.microsoft.com/office/drawing/2014/main" id="{93124270-E16A-4CEE-9402-C8F34D166229}"/>
              </a:ext>
            </a:extLst>
          </p:cNvPr>
          <p:cNvSpPr/>
          <p:nvPr userDrawn="1"/>
        </p:nvSpPr>
        <p:spPr>
          <a:xfrm rot="5400000">
            <a:off x="2545944" y="-456790"/>
            <a:ext cx="333373" cy="504000"/>
          </a:xfrm>
          <a:prstGeom prst="rect">
            <a:avLst/>
          </a:prstGeom>
          <a:solidFill>
            <a:srgbClr val="2B31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b"/>
          <a:lstStyle/>
          <a:p>
            <a:pPr lvl="0" algn="ctr"/>
            <a:r>
              <a:rPr lang="ru-RU" sz="1050" dirty="0">
                <a:solidFill>
                  <a:schemeClr val="bg1"/>
                </a:solidFill>
                <a:latin typeface="Arial" panose="020B0604020202020204" pitchFamily="34" charset="0"/>
                <a:cs typeface="Arial" panose="020B0604020202020204" pitchFamily="34" charset="0"/>
                <a:sym typeface="Arial" panose="020B0604020202020204" pitchFamily="34" charset="0"/>
              </a:rPr>
              <a:t>40%</a:t>
            </a:r>
          </a:p>
        </p:txBody>
      </p:sp>
      <p:sp>
        <p:nvSpPr>
          <p:cNvPr id="23" name="Прямоугольник 22">
            <a:extLst>
              <a:ext uri="{FF2B5EF4-FFF2-40B4-BE49-F238E27FC236}">
                <a16:creationId xmlns:a16="http://schemas.microsoft.com/office/drawing/2014/main" id="{B3DEE9EA-3112-4BB6-9E99-2E811CC111AB}"/>
              </a:ext>
            </a:extLst>
          </p:cNvPr>
          <p:cNvSpPr/>
          <p:nvPr userDrawn="1"/>
        </p:nvSpPr>
        <p:spPr>
          <a:xfrm rot="5400000">
            <a:off x="1930786" y="-456790"/>
            <a:ext cx="333373" cy="504000"/>
          </a:xfrm>
          <a:prstGeom prst="rect">
            <a:avLst/>
          </a:prstGeom>
          <a:solidFill>
            <a:srgbClr val="2B3137">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b"/>
          <a:lstStyle/>
          <a:p>
            <a:pPr lvl="0" algn="ctr"/>
            <a:r>
              <a:rPr lang="ru-RU" sz="1050" dirty="0">
                <a:solidFill>
                  <a:schemeClr val="bg1"/>
                </a:solidFill>
                <a:latin typeface="Arial" panose="020B0604020202020204" pitchFamily="34" charset="0"/>
                <a:cs typeface="Arial" panose="020B0604020202020204" pitchFamily="34" charset="0"/>
                <a:sym typeface="Arial" panose="020B0604020202020204" pitchFamily="34" charset="0"/>
              </a:rPr>
              <a:t>30%</a:t>
            </a:r>
          </a:p>
        </p:txBody>
      </p:sp>
      <p:sp>
        <p:nvSpPr>
          <p:cNvPr id="24" name="Прямоугольник 23">
            <a:extLst>
              <a:ext uri="{FF2B5EF4-FFF2-40B4-BE49-F238E27FC236}">
                <a16:creationId xmlns:a16="http://schemas.microsoft.com/office/drawing/2014/main" id="{41EAE455-F95B-4737-A3EA-87CCF6416D0C}"/>
              </a:ext>
            </a:extLst>
          </p:cNvPr>
          <p:cNvSpPr/>
          <p:nvPr userDrawn="1"/>
        </p:nvSpPr>
        <p:spPr>
          <a:xfrm rot="5400000">
            <a:off x="1315628" y="-456790"/>
            <a:ext cx="333373" cy="504000"/>
          </a:xfrm>
          <a:prstGeom prst="rect">
            <a:avLst/>
          </a:prstGeom>
          <a:solidFill>
            <a:srgbClr val="2B3137">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b"/>
          <a:lstStyle/>
          <a:p>
            <a:pPr lvl="0" algn="ctr"/>
            <a:r>
              <a:rPr lang="ru-RU" sz="1050" dirty="0">
                <a:solidFill>
                  <a:schemeClr val="bg1"/>
                </a:solidFill>
                <a:latin typeface="Arial" panose="020B0604020202020204" pitchFamily="34" charset="0"/>
                <a:cs typeface="Arial" panose="020B0604020202020204" pitchFamily="34" charset="0"/>
                <a:sym typeface="Arial" panose="020B0604020202020204" pitchFamily="34" charset="0"/>
              </a:rPr>
              <a:t>20%</a:t>
            </a:r>
          </a:p>
        </p:txBody>
      </p:sp>
      <p:sp>
        <p:nvSpPr>
          <p:cNvPr id="25" name="Прямоугольник 24">
            <a:extLst>
              <a:ext uri="{FF2B5EF4-FFF2-40B4-BE49-F238E27FC236}">
                <a16:creationId xmlns:a16="http://schemas.microsoft.com/office/drawing/2014/main" id="{9A10202E-E746-449E-873A-1F84DC80C6DA}"/>
              </a:ext>
            </a:extLst>
          </p:cNvPr>
          <p:cNvSpPr/>
          <p:nvPr userDrawn="1"/>
        </p:nvSpPr>
        <p:spPr>
          <a:xfrm rot="5400000">
            <a:off x="700470" y="-456790"/>
            <a:ext cx="333373" cy="504000"/>
          </a:xfrm>
          <a:prstGeom prst="rect">
            <a:avLst/>
          </a:prstGeom>
          <a:solidFill>
            <a:srgbClr val="2B3137">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b"/>
          <a:lstStyle/>
          <a:p>
            <a:pPr lvl="0" algn="ctr"/>
            <a:r>
              <a:rPr lang="ru-RU" sz="1050" dirty="0">
                <a:solidFill>
                  <a:schemeClr val="bg1"/>
                </a:solidFill>
                <a:latin typeface="Arial" panose="020B0604020202020204" pitchFamily="34" charset="0"/>
                <a:cs typeface="Arial" panose="020B0604020202020204" pitchFamily="34" charset="0"/>
                <a:sym typeface="Arial" panose="020B0604020202020204" pitchFamily="34" charset="0"/>
              </a:rPr>
              <a:t>10%</a:t>
            </a:r>
          </a:p>
        </p:txBody>
      </p:sp>
      <p:sp>
        <p:nvSpPr>
          <p:cNvPr id="26" name="Прямоугольник 25">
            <a:extLst>
              <a:ext uri="{FF2B5EF4-FFF2-40B4-BE49-F238E27FC236}">
                <a16:creationId xmlns:a16="http://schemas.microsoft.com/office/drawing/2014/main" id="{098ED872-A60C-4178-8E82-C1F26C3B9C0F}"/>
              </a:ext>
            </a:extLst>
          </p:cNvPr>
          <p:cNvSpPr/>
          <p:nvPr userDrawn="1"/>
        </p:nvSpPr>
        <p:spPr>
          <a:xfrm rot="5400000">
            <a:off x="85314" y="-456790"/>
            <a:ext cx="333373" cy="504000"/>
          </a:xfrm>
          <a:prstGeom prst="rect">
            <a:avLst/>
          </a:prstGeom>
          <a:solidFill>
            <a:srgbClr val="2B3137"/>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b"/>
          <a:lstStyle/>
          <a:p>
            <a:pPr lvl="0" algn="ctr"/>
            <a:r>
              <a:rPr lang="ru-RU" sz="1050" dirty="0">
                <a:solidFill>
                  <a:schemeClr val="bg1"/>
                </a:solidFill>
                <a:latin typeface="Arial" panose="020B0604020202020204" pitchFamily="34" charset="0"/>
                <a:cs typeface="Arial" panose="020B0604020202020204" pitchFamily="34" charset="0"/>
                <a:sym typeface="Arial" panose="020B0604020202020204" pitchFamily="34" charset="0"/>
              </a:rPr>
              <a:t>0%</a:t>
            </a:r>
          </a:p>
        </p:txBody>
      </p:sp>
      <p:sp>
        <p:nvSpPr>
          <p:cNvPr id="27" name="Прямоугольник 26">
            <a:extLst>
              <a:ext uri="{FF2B5EF4-FFF2-40B4-BE49-F238E27FC236}">
                <a16:creationId xmlns:a16="http://schemas.microsoft.com/office/drawing/2014/main" id="{7DFFABD8-5658-463D-933E-5493FA9B4780}"/>
              </a:ext>
            </a:extLst>
          </p:cNvPr>
          <p:cNvSpPr/>
          <p:nvPr userDrawn="1"/>
        </p:nvSpPr>
        <p:spPr>
          <a:xfrm rot="16200000">
            <a:off x="6236892" y="-456790"/>
            <a:ext cx="333373" cy="504000"/>
          </a:xfrm>
          <a:prstGeom prst="rect">
            <a:avLst/>
          </a:prstGeom>
          <a:solidFill>
            <a:srgbClr val="7AEDB4">
              <a:alpha val="1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b"/>
          <a:lstStyle/>
          <a:p>
            <a:pPr lvl="0" algn="ctr"/>
            <a:r>
              <a:rPr lang="ru-RU" sz="1050" dirty="0">
                <a:solidFill>
                  <a:schemeClr val="tx1"/>
                </a:solidFill>
                <a:latin typeface="Arial" panose="020B0604020202020204" pitchFamily="34" charset="0"/>
                <a:cs typeface="Arial" panose="020B0604020202020204" pitchFamily="34" charset="0"/>
                <a:sym typeface="Arial" panose="020B0604020202020204" pitchFamily="34" charset="0"/>
              </a:rPr>
              <a:t>90%</a:t>
            </a:r>
          </a:p>
        </p:txBody>
      </p:sp>
      <p:sp>
        <p:nvSpPr>
          <p:cNvPr id="28" name="Прямоугольник 27">
            <a:extLst>
              <a:ext uri="{FF2B5EF4-FFF2-40B4-BE49-F238E27FC236}">
                <a16:creationId xmlns:a16="http://schemas.microsoft.com/office/drawing/2014/main" id="{22611973-5EA6-4A36-80B0-7089EE44DB50}"/>
              </a:ext>
            </a:extLst>
          </p:cNvPr>
          <p:cNvSpPr/>
          <p:nvPr userDrawn="1"/>
        </p:nvSpPr>
        <p:spPr>
          <a:xfrm rot="16200000">
            <a:off x="6852050" y="-456790"/>
            <a:ext cx="333373" cy="504000"/>
          </a:xfrm>
          <a:prstGeom prst="rect">
            <a:avLst/>
          </a:prstGeom>
          <a:solidFill>
            <a:srgbClr val="7AEDB4">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b"/>
          <a:lstStyle/>
          <a:p>
            <a:pPr lvl="0" algn="ctr"/>
            <a:r>
              <a:rPr lang="ru-RU" sz="1050" dirty="0">
                <a:solidFill>
                  <a:schemeClr val="tx1"/>
                </a:solidFill>
                <a:latin typeface="Arial" panose="020B0604020202020204" pitchFamily="34" charset="0"/>
                <a:cs typeface="Arial" panose="020B0604020202020204" pitchFamily="34" charset="0"/>
                <a:sym typeface="Arial" panose="020B0604020202020204" pitchFamily="34" charset="0"/>
              </a:rPr>
              <a:t>80%</a:t>
            </a:r>
          </a:p>
        </p:txBody>
      </p:sp>
      <p:sp>
        <p:nvSpPr>
          <p:cNvPr id="29" name="Прямоугольник 28">
            <a:extLst>
              <a:ext uri="{FF2B5EF4-FFF2-40B4-BE49-F238E27FC236}">
                <a16:creationId xmlns:a16="http://schemas.microsoft.com/office/drawing/2014/main" id="{1284CA56-9031-40D3-B1AD-727EA21611C7}"/>
              </a:ext>
            </a:extLst>
          </p:cNvPr>
          <p:cNvSpPr/>
          <p:nvPr userDrawn="1"/>
        </p:nvSpPr>
        <p:spPr>
          <a:xfrm rot="16200000">
            <a:off x="7467208" y="-456790"/>
            <a:ext cx="333373" cy="504000"/>
          </a:xfrm>
          <a:prstGeom prst="rect">
            <a:avLst/>
          </a:prstGeom>
          <a:solidFill>
            <a:srgbClr val="7AEDB4">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b"/>
          <a:lstStyle/>
          <a:p>
            <a:pPr lvl="0" algn="ctr"/>
            <a:r>
              <a:rPr lang="ru-RU" sz="1050" dirty="0">
                <a:solidFill>
                  <a:schemeClr val="tx1"/>
                </a:solidFill>
                <a:latin typeface="Arial" panose="020B0604020202020204" pitchFamily="34" charset="0"/>
                <a:cs typeface="Arial" panose="020B0604020202020204" pitchFamily="34" charset="0"/>
                <a:sym typeface="Arial" panose="020B0604020202020204" pitchFamily="34" charset="0"/>
              </a:rPr>
              <a:t>70%</a:t>
            </a:r>
          </a:p>
        </p:txBody>
      </p:sp>
      <p:sp>
        <p:nvSpPr>
          <p:cNvPr id="30" name="Прямоугольник 29">
            <a:extLst>
              <a:ext uri="{FF2B5EF4-FFF2-40B4-BE49-F238E27FC236}">
                <a16:creationId xmlns:a16="http://schemas.microsoft.com/office/drawing/2014/main" id="{E786BBF3-9D13-4FC2-826F-97212209B535}"/>
              </a:ext>
            </a:extLst>
          </p:cNvPr>
          <p:cNvSpPr/>
          <p:nvPr userDrawn="1"/>
        </p:nvSpPr>
        <p:spPr>
          <a:xfrm rot="16200000">
            <a:off x="8082366" y="-456790"/>
            <a:ext cx="333373" cy="504000"/>
          </a:xfrm>
          <a:prstGeom prst="rect">
            <a:avLst/>
          </a:prstGeom>
          <a:solidFill>
            <a:srgbClr val="7AEDB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b"/>
          <a:lstStyle/>
          <a:p>
            <a:pPr lvl="0" algn="ctr"/>
            <a:r>
              <a:rPr lang="ru-RU" sz="1050" dirty="0">
                <a:solidFill>
                  <a:schemeClr val="tx1"/>
                </a:solidFill>
                <a:latin typeface="Arial" panose="020B0604020202020204" pitchFamily="34" charset="0"/>
                <a:cs typeface="Arial" panose="020B0604020202020204" pitchFamily="34" charset="0"/>
                <a:sym typeface="Arial" panose="020B0604020202020204" pitchFamily="34" charset="0"/>
              </a:rPr>
              <a:t>60%</a:t>
            </a:r>
          </a:p>
        </p:txBody>
      </p:sp>
      <p:sp>
        <p:nvSpPr>
          <p:cNvPr id="31" name="Прямоугольник 30">
            <a:extLst>
              <a:ext uri="{FF2B5EF4-FFF2-40B4-BE49-F238E27FC236}">
                <a16:creationId xmlns:a16="http://schemas.microsoft.com/office/drawing/2014/main" id="{2DD9272A-0DED-451D-919C-0D2C7EA68780}"/>
              </a:ext>
            </a:extLst>
          </p:cNvPr>
          <p:cNvSpPr/>
          <p:nvPr userDrawn="1"/>
        </p:nvSpPr>
        <p:spPr>
          <a:xfrm rot="16200000">
            <a:off x="8697524" y="-456790"/>
            <a:ext cx="333373" cy="504000"/>
          </a:xfrm>
          <a:prstGeom prst="rect">
            <a:avLst/>
          </a:prstGeom>
          <a:solidFill>
            <a:srgbClr val="7AEDB4">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b"/>
          <a:lstStyle/>
          <a:p>
            <a:pPr lvl="0" algn="ctr"/>
            <a:r>
              <a:rPr lang="ru-RU" sz="1050" dirty="0">
                <a:solidFill>
                  <a:schemeClr val="tx1"/>
                </a:solidFill>
                <a:latin typeface="Arial" panose="020B0604020202020204" pitchFamily="34" charset="0"/>
                <a:cs typeface="Arial" panose="020B0604020202020204" pitchFamily="34" charset="0"/>
                <a:sym typeface="Arial" panose="020B0604020202020204" pitchFamily="34" charset="0"/>
              </a:rPr>
              <a:t>50%</a:t>
            </a:r>
          </a:p>
        </p:txBody>
      </p:sp>
      <p:sp>
        <p:nvSpPr>
          <p:cNvPr id="32" name="Прямоугольник 31">
            <a:extLst>
              <a:ext uri="{FF2B5EF4-FFF2-40B4-BE49-F238E27FC236}">
                <a16:creationId xmlns:a16="http://schemas.microsoft.com/office/drawing/2014/main" id="{4BD15611-C570-4143-909B-D65AC3FC7FFD}"/>
              </a:ext>
            </a:extLst>
          </p:cNvPr>
          <p:cNvSpPr/>
          <p:nvPr userDrawn="1"/>
        </p:nvSpPr>
        <p:spPr>
          <a:xfrm rot="16200000">
            <a:off x="9312682" y="-456790"/>
            <a:ext cx="333373" cy="504000"/>
          </a:xfrm>
          <a:prstGeom prst="rect">
            <a:avLst/>
          </a:prstGeom>
          <a:solidFill>
            <a:srgbClr val="7AEDB4">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b"/>
          <a:lstStyle/>
          <a:p>
            <a:pPr lvl="0" algn="ctr"/>
            <a:r>
              <a:rPr lang="ru-RU" sz="1050" dirty="0">
                <a:solidFill>
                  <a:schemeClr val="tx1"/>
                </a:solidFill>
                <a:latin typeface="Arial" panose="020B0604020202020204" pitchFamily="34" charset="0"/>
                <a:cs typeface="Arial" panose="020B0604020202020204" pitchFamily="34" charset="0"/>
                <a:sym typeface="Arial" panose="020B0604020202020204" pitchFamily="34" charset="0"/>
              </a:rPr>
              <a:t>40%</a:t>
            </a:r>
          </a:p>
        </p:txBody>
      </p:sp>
      <p:sp>
        <p:nvSpPr>
          <p:cNvPr id="33" name="Прямоугольник 32">
            <a:extLst>
              <a:ext uri="{FF2B5EF4-FFF2-40B4-BE49-F238E27FC236}">
                <a16:creationId xmlns:a16="http://schemas.microsoft.com/office/drawing/2014/main" id="{646E45EF-143A-407C-80C9-0F72567209C9}"/>
              </a:ext>
            </a:extLst>
          </p:cNvPr>
          <p:cNvSpPr/>
          <p:nvPr userDrawn="1"/>
        </p:nvSpPr>
        <p:spPr>
          <a:xfrm rot="16200000">
            <a:off x="9927840" y="-456790"/>
            <a:ext cx="333373" cy="504000"/>
          </a:xfrm>
          <a:prstGeom prst="rect">
            <a:avLst/>
          </a:prstGeom>
          <a:solidFill>
            <a:srgbClr val="7AEDB4">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b"/>
          <a:lstStyle/>
          <a:p>
            <a:pPr lvl="0" algn="ctr"/>
            <a:r>
              <a:rPr lang="ru-RU" sz="1050" dirty="0">
                <a:solidFill>
                  <a:schemeClr val="tx1"/>
                </a:solidFill>
                <a:latin typeface="Arial" panose="020B0604020202020204" pitchFamily="34" charset="0"/>
                <a:cs typeface="Arial" panose="020B0604020202020204" pitchFamily="34" charset="0"/>
                <a:sym typeface="Arial" panose="020B0604020202020204" pitchFamily="34" charset="0"/>
              </a:rPr>
              <a:t>30%</a:t>
            </a:r>
          </a:p>
        </p:txBody>
      </p:sp>
      <p:sp>
        <p:nvSpPr>
          <p:cNvPr id="34" name="Прямоугольник 33">
            <a:extLst>
              <a:ext uri="{FF2B5EF4-FFF2-40B4-BE49-F238E27FC236}">
                <a16:creationId xmlns:a16="http://schemas.microsoft.com/office/drawing/2014/main" id="{5B1EAC7E-B10F-4AA6-A3E4-888AD26A6094}"/>
              </a:ext>
            </a:extLst>
          </p:cNvPr>
          <p:cNvSpPr/>
          <p:nvPr userDrawn="1"/>
        </p:nvSpPr>
        <p:spPr>
          <a:xfrm rot="16200000">
            <a:off x="10542998" y="-456790"/>
            <a:ext cx="333373" cy="504000"/>
          </a:xfrm>
          <a:prstGeom prst="rect">
            <a:avLst/>
          </a:prstGeom>
          <a:solidFill>
            <a:srgbClr val="7AEDB4">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b"/>
          <a:lstStyle/>
          <a:p>
            <a:pPr lvl="0" algn="ctr"/>
            <a:r>
              <a:rPr lang="ru-RU" sz="1050" dirty="0">
                <a:solidFill>
                  <a:schemeClr val="tx1"/>
                </a:solidFill>
                <a:latin typeface="Arial" panose="020B0604020202020204" pitchFamily="34" charset="0"/>
                <a:cs typeface="Arial" panose="020B0604020202020204" pitchFamily="34" charset="0"/>
                <a:sym typeface="Arial" panose="020B0604020202020204" pitchFamily="34" charset="0"/>
              </a:rPr>
              <a:t>20%</a:t>
            </a:r>
          </a:p>
        </p:txBody>
      </p:sp>
      <p:sp>
        <p:nvSpPr>
          <p:cNvPr id="35" name="Прямоугольник 34">
            <a:extLst>
              <a:ext uri="{FF2B5EF4-FFF2-40B4-BE49-F238E27FC236}">
                <a16:creationId xmlns:a16="http://schemas.microsoft.com/office/drawing/2014/main" id="{20B93CD4-083B-42B1-9BE9-A32FF3574B05}"/>
              </a:ext>
            </a:extLst>
          </p:cNvPr>
          <p:cNvSpPr/>
          <p:nvPr userDrawn="1"/>
        </p:nvSpPr>
        <p:spPr>
          <a:xfrm rot="16200000">
            <a:off x="11158156" y="-456790"/>
            <a:ext cx="333373" cy="504000"/>
          </a:xfrm>
          <a:prstGeom prst="rect">
            <a:avLst/>
          </a:prstGeom>
          <a:solidFill>
            <a:srgbClr val="7AEDB4">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b"/>
          <a:lstStyle/>
          <a:p>
            <a:pPr lvl="0" algn="ctr"/>
            <a:r>
              <a:rPr lang="ru-RU" sz="1050" dirty="0">
                <a:solidFill>
                  <a:schemeClr val="tx1"/>
                </a:solidFill>
                <a:latin typeface="Arial" panose="020B0604020202020204" pitchFamily="34" charset="0"/>
                <a:cs typeface="Arial" panose="020B0604020202020204" pitchFamily="34" charset="0"/>
                <a:sym typeface="Arial" panose="020B0604020202020204" pitchFamily="34" charset="0"/>
              </a:rPr>
              <a:t>10%</a:t>
            </a:r>
          </a:p>
        </p:txBody>
      </p:sp>
      <p:sp>
        <p:nvSpPr>
          <p:cNvPr id="36" name="Прямоугольник 35">
            <a:extLst>
              <a:ext uri="{FF2B5EF4-FFF2-40B4-BE49-F238E27FC236}">
                <a16:creationId xmlns:a16="http://schemas.microsoft.com/office/drawing/2014/main" id="{7E874470-FF6F-43C9-8AA1-2F3AABB8C629}"/>
              </a:ext>
            </a:extLst>
          </p:cNvPr>
          <p:cNvSpPr/>
          <p:nvPr userDrawn="1"/>
        </p:nvSpPr>
        <p:spPr>
          <a:xfrm rot="16200000">
            <a:off x="11773314" y="-456790"/>
            <a:ext cx="333373" cy="504000"/>
          </a:xfrm>
          <a:prstGeom prst="rect">
            <a:avLst/>
          </a:prstGeom>
          <a:solidFill>
            <a:srgbClr val="7AEDB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b"/>
          <a:lstStyle/>
          <a:p>
            <a:pPr lvl="0" algn="ctr"/>
            <a:r>
              <a:rPr lang="ru-RU" sz="1050" dirty="0">
                <a:solidFill>
                  <a:schemeClr val="tx1"/>
                </a:solidFill>
                <a:latin typeface="Arial" panose="020B0604020202020204" pitchFamily="34" charset="0"/>
                <a:cs typeface="Arial" panose="020B0604020202020204" pitchFamily="34" charset="0"/>
                <a:sym typeface="Arial" panose="020B0604020202020204" pitchFamily="34" charset="0"/>
              </a:rPr>
              <a:t>0%</a:t>
            </a:r>
          </a:p>
        </p:txBody>
      </p:sp>
      <p:sp>
        <p:nvSpPr>
          <p:cNvPr id="37" name="Прямоугольник 36">
            <a:extLst>
              <a:ext uri="{FF2B5EF4-FFF2-40B4-BE49-F238E27FC236}">
                <a16:creationId xmlns:a16="http://schemas.microsoft.com/office/drawing/2014/main" id="{1EE0CAD7-DBA5-4E89-BD5C-3D079AE3DD04}"/>
              </a:ext>
            </a:extLst>
          </p:cNvPr>
          <p:cNvSpPr/>
          <p:nvPr userDrawn="1"/>
        </p:nvSpPr>
        <p:spPr>
          <a:xfrm>
            <a:off x="-1343690" y="10417"/>
            <a:ext cx="1201480" cy="900000"/>
          </a:xfrm>
          <a:prstGeom prst="rect">
            <a:avLst/>
          </a:prstGeom>
          <a:solidFill>
            <a:srgbClr val="7AED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sz="1050" dirty="0">
                <a:solidFill>
                  <a:schemeClr val="tx1"/>
                </a:solidFill>
                <a:latin typeface="Arial" panose="020B0604020202020204" pitchFamily="34" charset="0"/>
                <a:cs typeface="Arial" panose="020B0604020202020204" pitchFamily="34" charset="0"/>
                <a:sym typeface="Arial" panose="020B0604020202020204" pitchFamily="34" charset="0"/>
              </a:rPr>
              <a:t>#7AEDB4</a:t>
            </a:r>
            <a:endParaRPr lang="ru-RU" sz="1050" dirty="0">
              <a:solidFill>
                <a:schemeClr val="tx1"/>
              </a:solidFill>
              <a:latin typeface="Arial" panose="020B0604020202020204" pitchFamily="34" charset="0"/>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50743015"/>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Lst>
  <p:hf hdr="0" dt="0"/>
  <p:txStyles>
    <p:titleStyle>
      <a:lvl1pPr algn="l" defTabSz="914400" rtl="0" eaLnBrk="1" latinLnBrk="0" hangingPunct="1">
        <a:lnSpc>
          <a:spcPct val="90000"/>
        </a:lnSpc>
        <a:spcBef>
          <a:spcPct val="0"/>
        </a:spcBef>
        <a:buNone/>
        <a:defRPr sz="6800" kern="1200">
          <a:solidFill>
            <a:schemeClr val="tx1"/>
          </a:solidFill>
          <a:latin typeface="Aeonik Pro TRIAL" panose="020B0503030300000000" pitchFamily="34"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Aeonik Pro TRIAL" panose="020B0503030300000000"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Aeonik Pro TRIAL" panose="020B0503030300000000"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Aeonik Pro TRIAL" panose="020B0503030300000000"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eonik Pro TRIAL" panose="020B0503030300000000"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eonik Pro TRIAL" panose="020B0503030300000000"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0.xml"/><Relationship Id="rId1" Type="http://schemas.openxmlformats.org/officeDocument/2006/relationships/vmlDrawing" Target="../drawings/vmlDrawing9.vml"/><Relationship Id="rId6" Type="http://schemas.openxmlformats.org/officeDocument/2006/relationships/image" Target="../media/image11.emf"/><Relationship Id="rId5" Type="http://schemas.openxmlformats.org/officeDocument/2006/relationships/oleObject" Target="../embeddings/oleObject9.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slideLayout" Target="../slideLayouts/slideLayout15.xml"/><Relationship Id="rId7" Type="http://schemas.openxmlformats.org/officeDocument/2006/relationships/image" Target="../media/image25.png"/><Relationship Id="rId2" Type="http://schemas.openxmlformats.org/officeDocument/2006/relationships/tags" Target="../tags/tag11.xml"/><Relationship Id="rId1" Type="http://schemas.openxmlformats.org/officeDocument/2006/relationships/vmlDrawing" Target="../drawings/vmlDrawing10.vml"/><Relationship Id="rId6" Type="http://schemas.openxmlformats.org/officeDocument/2006/relationships/image" Target="../media/image1.emf"/><Relationship Id="rId5" Type="http://schemas.openxmlformats.org/officeDocument/2006/relationships/oleObject" Target="../embeddings/oleObject10.bin"/><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slideLayout" Target="../slideLayouts/slideLayout15.xml"/><Relationship Id="rId7" Type="http://schemas.openxmlformats.org/officeDocument/2006/relationships/image" Target="../media/image27.png"/><Relationship Id="rId2" Type="http://schemas.openxmlformats.org/officeDocument/2006/relationships/tags" Target="../tags/tag12.xml"/><Relationship Id="rId1" Type="http://schemas.openxmlformats.org/officeDocument/2006/relationships/vmlDrawing" Target="../drawings/vmlDrawing11.vml"/><Relationship Id="rId6" Type="http://schemas.openxmlformats.org/officeDocument/2006/relationships/image" Target="../media/image1.emf"/><Relationship Id="rId5" Type="http://schemas.openxmlformats.org/officeDocument/2006/relationships/oleObject" Target="../embeddings/oleObject11.bin"/><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slideLayout" Target="../slideLayouts/slideLayout15.xml"/><Relationship Id="rId7" Type="http://schemas.openxmlformats.org/officeDocument/2006/relationships/image" Target="../media/image29.png"/><Relationship Id="rId2" Type="http://schemas.openxmlformats.org/officeDocument/2006/relationships/tags" Target="../tags/tag13.xml"/><Relationship Id="rId1" Type="http://schemas.openxmlformats.org/officeDocument/2006/relationships/vmlDrawing" Target="../drawings/vmlDrawing12.vml"/><Relationship Id="rId6" Type="http://schemas.openxmlformats.org/officeDocument/2006/relationships/image" Target="../media/image1.emf"/><Relationship Id="rId5" Type="http://schemas.openxmlformats.org/officeDocument/2006/relationships/oleObject" Target="../embeddings/oleObject12.bin"/><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slideLayout" Target="../slideLayouts/slideLayout15.xml"/><Relationship Id="rId7" Type="http://schemas.openxmlformats.org/officeDocument/2006/relationships/image" Target="../media/image31.png"/><Relationship Id="rId2" Type="http://schemas.openxmlformats.org/officeDocument/2006/relationships/tags" Target="../tags/tag14.xml"/><Relationship Id="rId1" Type="http://schemas.openxmlformats.org/officeDocument/2006/relationships/vmlDrawing" Target="../drawings/vmlDrawing13.vml"/><Relationship Id="rId6" Type="http://schemas.openxmlformats.org/officeDocument/2006/relationships/image" Target="../media/image1.emf"/><Relationship Id="rId5" Type="http://schemas.openxmlformats.org/officeDocument/2006/relationships/oleObject" Target="../embeddings/oleObject13.bin"/><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image" Target="../media/image33.png"/><Relationship Id="rId2" Type="http://schemas.openxmlformats.org/officeDocument/2006/relationships/tags" Target="../tags/tag15.xml"/><Relationship Id="rId1" Type="http://schemas.openxmlformats.org/officeDocument/2006/relationships/vmlDrawing" Target="../drawings/vmlDrawing14.vml"/><Relationship Id="rId6" Type="http://schemas.openxmlformats.org/officeDocument/2006/relationships/image" Target="../media/image1.emf"/><Relationship Id="rId5" Type="http://schemas.openxmlformats.org/officeDocument/2006/relationships/oleObject" Target="../embeddings/oleObject14.bin"/><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slideLayout" Target="../slideLayouts/slideLayout15.xml"/><Relationship Id="rId7" Type="http://schemas.openxmlformats.org/officeDocument/2006/relationships/image" Target="../media/image34.png"/><Relationship Id="rId2" Type="http://schemas.openxmlformats.org/officeDocument/2006/relationships/tags" Target="../tags/tag16.xml"/><Relationship Id="rId1" Type="http://schemas.openxmlformats.org/officeDocument/2006/relationships/vmlDrawing" Target="../drawings/vmlDrawing15.vml"/><Relationship Id="rId6" Type="http://schemas.openxmlformats.org/officeDocument/2006/relationships/image" Target="../media/image1.emf"/><Relationship Id="rId5" Type="http://schemas.openxmlformats.org/officeDocument/2006/relationships/oleObject" Target="../embeddings/oleObject15.bin"/><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17.xml"/><Relationship Id="rId1" Type="http://schemas.openxmlformats.org/officeDocument/2006/relationships/vmlDrawing" Target="../drawings/vmlDrawing16.vml"/><Relationship Id="rId6" Type="http://schemas.openxmlformats.org/officeDocument/2006/relationships/image" Target="../media/image1.emf"/><Relationship Id="rId5" Type="http://schemas.openxmlformats.org/officeDocument/2006/relationships/oleObject" Target="../embeddings/oleObject16.bin"/><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image" Target="../media/image36.png"/><Relationship Id="rId2" Type="http://schemas.openxmlformats.org/officeDocument/2006/relationships/tags" Target="../tags/tag18.xml"/><Relationship Id="rId1" Type="http://schemas.openxmlformats.org/officeDocument/2006/relationships/vmlDrawing" Target="../drawings/vmlDrawing17.vml"/><Relationship Id="rId6" Type="http://schemas.openxmlformats.org/officeDocument/2006/relationships/image" Target="../media/image1.emf"/><Relationship Id="rId5" Type="http://schemas.openxmlformats.org/officeDocument/2006/relationships/oleObject" Target="../embeddings/oleObject17.bin"/><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slideLayout" Target="../slideLayouts/slideLayout20.xml"/><Relationship Id="rId7" Type="http://schemas.openxmlformats.org/officeDocument/2006/relationships/image" Target="../media/image38.png"/><Relationship Id="rId2" Type="http://schemas.openxmlformats.org/officeDocument/2006/relationships/tags" Target="../tags/tag19.xml"/><Relationship Id="rId1" Type="http://schemas.openxmlformats.org/officeDocument/2006/relationships/vmlDrawing" Target="../drawings/vmlDrawing18.vml"/><Relationship Id="rId6" Type="http://schemas.openxmlformats.org/officeDocument/2006/relationships/image" Target="../media/image37.png"/><Relationship Id="rId5" Type="http://schemas.openxmlformats.org/officeDocument/2006/relationships/image" Target="../media/image1.emf"/><Relationship Id="rId4" Type="http://schemas.openxmlformats.org/officeDocument/2006/relationships/oleObject" Target="../embeddings/oleObject18.bin"/><Relationship Id="rId9" Type="http://schemas.openxmlformats.org/officeDocument/2006/relationships/image" Target="../media/image40.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20.xml"/><Relationship Id="rId1" Type="http://schemas.openxmlformats.org/officeDocument/2006/relationships/vmlDrawing" Target="../drawings/vmlDrawing19.vml"/><Relationship Id="rId6" Type="http://schemas.openxmlformats.org/officeDocument/2006/relationships/image" Target="../media/image1.emf"/><Relationship Id="rId5" Type="http://schemas.openxmlformats.org/officeDocument/2006/relationships/oleObject" Target="../embeddings/oleObject19.bin"/><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F614B54-BDD9-4271-AF18-C78BBF712309}"/>
              </a:ext>
            </a:extLst>
          </p:cNvPr>
          <p:cNvGraphicFramePr>
            <a:graphicFrameLocks noChangeAspect="1"/>
          </p:cNvGraphicFramePr>
          <p:nvPr>
            <p:custDataLst>
              <p:tags r:id="rId2"/>
            </p:custDataLst>
            <p:extLst>
              <p:ext uri="{D42A27DB-BD31-4B8C-83A1-F6EECF244321}">
                <p14:modId xmlns:p14="http://schemas.microsoft.com/office/powerpoint/2010/main" val="3968610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3972" name="Слайд think-cell" r:id="rId5" imgW="359" imgH="360" progId="TCLayout.ActiveDocument.1">
                  <p:embed/>
                </p:oleObj>
              </mc:Choice>
              <mc:Fallback>
                <p:oleObj name="Слайд think-cell" r:id="rId5" imgW="359" imgH="360" progId="TCLayout.ActiveDocument.1">
                  <p:embed/>
                  <p:pic>
                    <p:nvPicPr>
                      <p:cNvPr id="5" name="think-cell data - do not delete" hidden="1">
                        <a:extLst>
                          <a:ext uri="{FF2B5EF4-FFF2-40B4-BE49-F238E27FC236}">
                            <a16:creationId xmlns:a16="http://schemas.microsoft.com/office/drawing/2014/main" id="{2F614B54-BDD9-4271-AF18-C78BBF71230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Заголовок 7">
            <a:extLst>
              <a:ext uri="{FF2B5EF4-FFF2-40B4-BE49-F238E27FC236}">
                <a16:creationId xmlns:a16="http://schemas.microsoft.com/office/drawing/2014/main" id="{9E4CA54E-A65A-4F55-AD56-F94E97858AD5}"/>
              </a:ext>
            </a:extLst>
          </p:cNvPr>
          <p:cNvSpPr>
            <a:spLocks noGrp="1"/>
          </p:cNvSpPr>
          <p:nvPr>
            <p:ph type="title"/>
          </p:nvPr>
        </p:nvSpPr>
        <p:spPr>
          <a:xfrm>
            <a:off x="559100" y="1514475"/>
            <a:ext cx="11347149" cy="2726632"/>
          </a:xfrm>
        </p:spPr>
        <p:txBody>
          <a:bodyPr vert="horz" anchor="t"/>
          <a:lstStyle/>
          <a:p>
            <a:r>
              <a:rPr lang="ru-RU" sz="4800" dirty="0"/>
              <a:t>Сценарии контроля закрытия</a:t>
            </a:r>
          </a:p>
        </p:txBody>
      </p:sp>
    </p:spTree>
    <p:extLst>
      <p:ext uri="{BB962C8B-B14F-4D97-AF65-F5344CB8AC3E}">
        <p14:creationId xmlns:p14="http://schemas.microsoft.com/office/powerpoint/2010/main" val="1894564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p:cNvGraphicFramePr>
            <a:graphicFrameLocks noChangeAspect="1"/>
          </p:cNvGraphicFramePr>
          <p:nvPr>
            <p:custDataLst>
              <p:tags r:id="rId2"/>
            </p:custDataLst>
            <p:extLst>
              <p:ext uri="{D42A27DB-BD31-4B8C-83A1-F6EECF244321}">
                <p14:modId xmlns:p14="http://schemas.microsoft.com/office/powerpoint/2010/main" val="14667176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30418" name="Слайд think-cell" r:id="rId5" imgW="347" imgH="348" progId="TCLayout.ActiveDocument.1">
                  <p:embed/>
                </p:oleObj>
              </mc:Choice>
              <mc:Fallback>
                <p:oleObj name="Слайд think-cell" r:id="rId5" imgW="347" imgH="348" progId="TCLayout.ActiveDocument.1">
                  <p:embed/>
                  <p:pic>
                    <p:nvPicPr>
                      <p:cNvPr id="5" name="think-cell data - do not delete"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Заголовок 1"/>
          <p:cNvSpPr>
            <a:spLocks noGrp="1"/>
          </p:cNvSpPr>
          <p:nvPr>
            <p:ph type="title"/>
          </p:nvPr>
        </p:nvSpPr>
        <p:spPr/>
        <p:txBody>
          <a:bodyPr vert="horz"/>
          <a:lstStyle/>
          <a:p>
            <a:r>
              <a:rPr lang="ru-RU" dirty="0"/>
              <a:t>Сценарии контроля закрытия</a:t>
            </a:r>
          </a:p>
        </p:txBody>
      </p:sp>
      <p:sp>
        <p:nvSpPr>
          <p:cNvPr id="4" name="Прямоугольник 3"/>
          <p:cNvSpPr/>
          <p:nvPr/>
        </p:nvSpPr>
        <p:spPr>
          <a:xfrm>
            <a:off x="540350" y="495799"/>
            <a:ext cx="8422947" cy="400110"/>
          </a:xfrm>
          <a:prstGeom prst="rect">
            <a:avLst/>
          </a:prstGeom>
        </p:spPr>
        <p:txBody>
          <a:bodyPr wrap="none">
            <a:spAutoFit/>
          </a:bodyPr>
          <a:lstStyle/>
          <a:p>
            <a:r>
              <a:rPr lang="ru-RU" sz="2000" dirty="0">
                <a:latin typeface="Arial" panose="020B0604020202020204" pitchFamily="34" charset="0"/>
                <a:cs typeface="Arial" panose="020B0604020202020204" pitchFamily="34" charset="0"/>
              </a:rPr>
              <a:t>Техник по учету и вводу данных</a:t>
            </a:r>
            <a:r>
              <a:rPr lang="en-US" sz="2000" dirty="0">
                <a:latin typeface="Arial" panose="020B0604020202020204" pitchFamily="34" charset="0"/>
                <a:cs typeface="Arial" panose="020B0604020202020204" pitchFamily="34" charset="0"/>
              </a:rPr>
              <a:t> - </a:t>
            </a:r>
            <a:r>
              <a:rPr lang="ru-RU" sz="2000" dirty="0">
                <a:latin typeface="Arial" panose="020B0604020202020204" pitchFamily="34" charset="0"/>
                <a:cs typeface="Arial" panose="020B0604020202020204" pitchFamily="34" charset="0"/>
              </a:rPr>
              <a:t>анализ полноты проведения факта</a:t>
            </a:r>
            <a:r>
              <a:rPr lang="en-US" sz="2000" dirty="0">
                <a:latin typeface="Arial" panose="020B0604020202020204" pitchFamily="34" charset="0"/>
                <a:cs typeface="Arial" panose="020B0604020202020204" pitchFamily="34" charset="0"/>
              </a:rPr>
              <a:t> </a:t>
            </a:r>
            <a:endParaRPr lang="ru-RU" sz="2000" dirty="0">
              <a:latin typeface="Arial" panose="020B0604020202020204" pitchFamily="34" charset="0"/>
              <a:cs typeface="Arial" panose="020B0604020202020204" pitchFamily="34" charset="0"/>
            </a:endParaRPr>
          </a:p>
        </p:txBody>
      </p:sp>
      <p:sp>
        <p:nvSpPr>
          <p:cNvPr id="3" name="Скругленный прямоугольник 2"/>
          <p:cNvSpPr/>
          <p:nvPr/>
        </p:nvSpPr>
        <p:spPr>
          <a:xfrm>
            <a:off x="540350" y="985968"/>
            <a:ext cx="11111300" cy="11878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t"/>
          <a:lstStyle/>
          <a:p>
            <a:r>
              <a:rPr lang="ru-RU" sz="1600" dirty="0">
                <a:solidFill>
                  <a:schemeClr val="tx1"/>
                </a:solidFill>
              </a:rPr>
              <a:t>Функция контроля закрытия заказов для «Техника по учету и вводу данных» заключается в анализе на полноту проведенных фактических затрат на Заказы ТОРО, а также выявлении ошибок проводок вне периода сроков заказа. Годовое планирование.</a:t>
            </a:r>
          </a:p>
          <a:p>
            <a:r>
              <a:rPr lang="ru-RU" sz="1600" b="1" dirty="0">
                <a:solidFill>
                  <a:schemeClr val="tx1"/>
                </a:solidFill>
              </a:rPr>
              <a:t>Задача</a:t>
            </a:r>
            <a:r>
              <a:rPr lang="ru-RU" sz="1600" dirty="0">
                <a:solidFill>
                  <a:schemeClr val="tx1"/>
                </a:solidFill>
              </a:rPr>
              <a:t> – чтобы все Заказы ТОРО были готовы к Техническому закрытию.</a:t>
            </a:r>
          </a:p>
        </p:txBody>
      </p:sp>
      <p:sp>
        <p:nvSpPr>
          <p:cNvPr id="14" name="Скругленный прямоугольник 13"/>
          <p:cNvSpPr/>
          <p:nvPr/>
        </p:nvSpPr>
        <p:spPr>
          <a:xfrm>
            <a:off x="540352" y="2284750"/>
            <a:ext cx="5471375" cy="4273365"/>
          </a:xfrm>
          <a:prstGeom prst="roundRect">
            <a:avLst>
              <a:gd name="adj" fmla="val 6551"/>
            </a:avLst>
          </a:prstGeom>
          <a:solidFill>
            <a:srgbClr val="7AEDB4"/>
          </a:solidFill>
        </p:spPr>
        <p:style>
          <a:lnRef idx="2">
            <a:schemeClr val="accent6">
              <a:shade val="50000"/>
            </a:schemeClr>
          </a:lnRef>
          <a:fillRef idx="1">
            <a:schemeClr val="accent6"/>
          </a:fillRef>
          <a:effectRef idx="0">
            <a:schemeClr val="accent6"/>
          </a:effectRef>
          <a:fontRef idx="minor">
            <a:schemeClr val="lt1"/>
          </a:fontRef>
        </p:style>
        <p:txBody>
          <a:bodyPr rtlCol="0" anchor="t"/>
          <a:lstStyle/>
          <a:p>
            <a:r>
              <a:rPr lang="ru-RU" sz="1600" dirty="0">
                <a:solidFill>
                  <a:schemeClr val="tx1"/>
                </a:solidFill>
              </a:rPr>
              <a:t>Для анализа Заказов ТОРО, которые имеют не проведенные затраты (либо частично проведенные), необходимо на селекционном экране </a:t>
            </a:r>
            <a:r>
              <a:rPr lang="en-US" sz="1600" dirty="0">
                <a:solidFill>
                  <a:schemeClr val="tx1"/>
                </a:solidFill>
              </a:rPr>
              <a:t>IW39 </a:t>
            </a:r>
            <a:r>
              <a:rPr lang="ru-RU" sz="1600" dirty="0">
                <a:solidFill>
                  <a:schemeClr val="tx1"/>
                </a:solidFill>
              </a:rPr>
              <a:t>выполнить дополнительные ограничения для параметра «Статус отражения факта». Возможен выбор конкретных значений, начинающихся на 1 и 2, с использованием кнопки «многократного выбора», где присутствуют все варианты неполного отражения факта.</a:t>
            </a:r>
          </a:p>
          <a:p>
            <a:r>
              <a:rPr lang="ru-RU" sz="1600" dirty="0">
                <a:solidFill>
                  <a:schemeClr val="tx1"/>
                </a:solidFill>
              </a:rPr>
              <a:t>При запуске отчета с такими параметрами ограничения, система отберет только те Заказы ТОРО, в которых есть не проведенные, либо не полностью проведенные затраты.</a:t>
            </a:r>
          </a:p>
        </p:txBody>
      </p:sp>
      <p:pic>
        <p:nvPicPr>
          <p:cNvPr id="91" name="Рисунок 90">
            <a:extLst>
              <a:ext uri="{FF2B5EF4-FFF2-40B4-BE49-F238E27FC236}">
                <a16:creationId xmlns:a16="http://schemas.microsoft.com/office/drawing/2014/main" id="{4E068962-F1BE-40BA-A255-AD511DC5D713}"/>
              </a:ext>
            </a:extLst>
          </p:cNvPr>
          <p:cNvPicPr>
            <a:picLocks noChangeAspect="1"/>
          </p:cNvPicPr>
          <p:nvPr/>
        </p:nvPicPr>
        <p:blipFill>
          <a:blip r:embed="rId7"/>
          <a:stretch>
            <a:fillRect/>
          </a:stretch>
        </p:blipFill>
        <p:spPr>
          <a:xfrm>
            <a:off x="6096000" y="2284907"/>
            <a:ext cx="5471375" cy="2909594"/>
          </a:xfrm>
          <a:prstGeom prst="rect">
            <a:avLst/>
          </a:prstGeom>
        </p:spPr>
      </p:pic>
      <p:pic>
        <p:nvPicPr>
          <p:cNvPr id="58" name="Рисунок 57">
            <a:extLst>
              <a:ext uri="{FF2B5EF4-FFF2-40B4-BE49-F238E27FC236}">
                <a16:creationId xmlns:a16="http://schemas.microsoft.com/office/drawing/2014/main" id="{03DC71C0-C145-4FDB-940C-9C72412E4F66}"/>
              </a:ext>
            </a:extLst>
          </p:cNvPr>
          <p:cNvPicPr/>
          <p:nvPr/>
        </p:nvPicPr>
        <p:blipFill>
          <a:blip r:embed="rId8">
            <a:extLst>
              <a:ext uri="{28A0092B-C50C-407E-A947-70E740481C1C}">
                <a14:useLocalDpi xmlns:a14="http://schemas.microsoft.com/office/drawing/2010/main" val="0"/>
              </a:ext>
            </a:extLst>
          </a:blip>
          <a:srcRect/>
          <a:stretch>
            <a:fillRect/>
          </a:stretch>
        </p:blipFill>
        <p:spPr bwMode="auto">
          <a:xfrm>
            <a:off x="6096000" y="5399087"/>
            <a:ext cx="5555648" cy="1246030"/>
          </a:xfrm>
          <a:prstGeom prst="rect">
            <a:avLst/>
          </a:prstGeom>
          <a:noFill/>
          <a:ln>
            <a:noFill/>
          </a:ln>
        </p:spPr>
      </p:pic>
    </p:spTree>
    <p:extLst>
      <p:ext uri="{BB962C8B-B14F-4D97-AF65-F5344CB8AC3E}">
        <p14:creationId xmlns:p14="http://schemas.microsoft.com/office/powerpoint/2010/main" val="3403676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32463" name="Слайд think-cell" r:id="rId5" imgW="347" imgH="348" progId="TCLayout.ActiveDocument.1">
                  <p:embed/>
                </p:oleObj>
              </mc:Choice>
              <mc:Fallback>
                <p:oleObj name="Слайд think-cell" r:id="rId5" imgW="347" imgH="348" progId="TCLayout.ActiveDocument.1">
                  <p:embed/>
                  <p:pic>
                    <p:nvPicPr>
                      <p:cNvPr id="5" name="think-cell data - do not delete"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Заголовок 1"/>
          <p:cNvSpPr>
            <a:spLocks noGrp="1"/>
          </p:cNvSpPr>
          <p:nvPr>
            <p:ph type="title"/>
          </p:nvPr>
        </p:nvSpPr>
        <p:spPr/>
        <p:txBody>
          <a:bodyPr vert="horz"/>
          <a:lstStyle/>
          <a:p>
            <a:r>
              <a:rPr lang="ru-RU" dirty="0"/>
              <a:t>Сценарии контроля закрытия</a:t>
            </a:r>
          </a:p>
        </p:txBody>
      </p:sp>
      <p:sp>
        <p:nvSpPr>
          <p:cNvPr id="4" name="Прямоугольник 3"/>
          <p:cNvSpPr/>
          <p:nvPr/>
        </p:nvSpPr>
        <p:spPr>
          <a:xfrm>
            <a:off x="540350" y="495799"/>
            <a:ext cx="8464625" cy="400110"/>
          </a:xfrm>
          <a:prstGeom prst="rect">
            <a:avLst/>
          </a:prstGeom>
        </p:spPr>
        <p:txBody>
          <a:bodyPr wrap="none">
            <a:spAutoFit/>
          </a:bodyPr>
          <a:lstStyle/>
          <a:p>
            <a:r>
              <a:rPr lang="ru-RU" sz="2000" dirty="0">
                <a:latin typeface="Arial" panose="020B0604020202020204" pitchFamily="34" charset="0"/>
                <a:cs typeface="Arial" panose="020B0604020202020204" pitchFamily="34" charset="0"/>
              </a:rPr>
              <a:t>Техник по учету и вводу данных</a:t>
            </a:r>
            <a:r>
              <a:rPr lang="en-US" sz="2000" dirty="0">
                <a:latin typeface="Arial" panose="020B0604020202020204" pitchFamily="34" charset="0"/>
                <a:cs typeface="Arial" panose="020B0604020202020204" pitchFamily="34" charset="0"/>
              </a:rPr>
              <a:t> - </a:t>
            </a:r>
            <a:r>
              <a:rPr lang="ru-RU" sz="2000" dirty="0">
                <a:latin typeface="Arial" panose="020B0604020202020204" pitchFamily="34" charset="0"/>
                <a:cs typeface="Arial" panose="020B0604020202020204" pitchFamily="34" charset="0"/>
              </a:rPr>
              <a:t>анализ полноты проведения факта</a:t>
            </a:r>
            <a:r>
              <a:rPr lang="en-US" sz="2000" dirty="0">
                <a:latin typeface="Arial" panose="020B0604020202020204" pitchFamily="34" charset="0"/>
                <a:cs typeface="Arial" panose="020B0604020202020204" pitchFamily="34" charset="0"/>
              </a:rPr>
              <a:t> </a:t>
            </a:r>
            <a:endParaRPr lang="ru-RU" sz="2000" dirty="0">
              <a:latin typeface="Arial" panose="020B0604020202020204" pitchFamily="34" charset="0"/>
              <a:cs typeface="Arial" panose="020B0604020202020204" pitchFamily="34" charset="0"/>
            </a:endParaRPr>
          </a:p>
        </p:txBody>
      </p:sp>
      <p:sp>
        <p:nvSpPr>
          <p:cNvPr id="3" name="Скругленный прямоугольник 2"/>
          <p:cNvSpPr/>
          <p:nvPr/>
        </p:nvSpPr>
        <p:spPr>
          <a:xfrm>
            <a:off x="540350" y="985968"/>
            <a:ext cx="11111300" cy="11878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t"/>
          <a:lstStyle/>
          <a:p>
            <a:r>
              <a:rPr lang="ru-RU" sz="1600" dirty="0">
                <a:solidFill>
                  <a:schemeClr val="tx1"/>
                </a:solidFill>
              </a:rPr>
              <a:t>Функция контроля закрытия заказов для «Техника по учету и вводу данных» заключается в анализе на полноту проведенных фактических затрат на Заказы ТОРО, а также выявлении ошибок проводок вне периода сроков заказа. Годовое планирование.</a:t>
            </a:r>
          </a:p>
          <a:p>
            <a:r>
              <a:rPr lang="ru-RU" sz="1600" b="1" dirty="0">
                <a:solidFill>
                  <a:schemeClr val="tx1"/>
                </a:solidFill>
              </a:rPr>
              <a:t>Задача</a:t>
            </a:r>
            <a:r>
              <a:rPr lang="ru-RU" sz="1600" dirty="0">
                <a:solidFill>
                  <a:schemeClr val="tx1"/>
                </a:solidFill>
              </a:rPr>
              <a:t> – чтобы все Заказы ТОРО были готовы к Техническому закрытию.</a:t>
            </a:r>
          </a:p>
        </p:txBody>
      </p:sp>
      <p:sp>
        <p:nvSpPr>
          <p:cNvPr id="14" name="Скругленный прямоугольник 13"/>
          <p:cNvSpPr/>
          <p:nvPr/>
        </p:nvSpPr>
        <p:spPr>
          <a:xfrm>
            <a:off x="540352" y="2284750"/>
            <a:ext cx="5471375" cy="4573250"/>
          </a:xfrm>
          <a:prstGeom prst="roundRect">
            <a:avLst>
              <a:gd name="adj" fmla="val 6551"/>
            </a:avLst>
          </a:prstGeom>
          <a:solidFill>
            <a:srgbClr val="7AEDB4"/>
          </a:solidFill>
        </p:spPr>
        <p:style>
          <a:lnRef idx="2">
            <a:schemeClr val="accent6">
              <a:shade val="50000"/>
            </a:schemeClr>
          </a:lnRef>
          <a:fillRef idx="1">
            <a:schemeClr val="accent6"/>
          </a:fillRef>
          <a:effectRef idx="0">
            <a:schemeClr val="accent6"/>
          </a:effectRef>
          <a:fontRef idx="minor">
            <a:schemeClr val="lt1"/>
          </a:fontRef>
        </p:style>
        <p:txBody>
          <a:bodyPr rtlCol="0" anchor="t"/>
          <a:lstStyle/>
          <a:p>
            <a:r>
              <a:rPr lang="ru-RU" sz="1600" dirty="0">
                <a:solidFill>
                  <a:schemeClr val="tx1"/>
                </a:solidFill>
              </a:rPr>
              <a:t>Если такие заказы присутствуют в выборке, то «Техник по учету и вводу данных» выполняет выявление причин неполноты отнесения факта и их устранение. Такие заказы не готовы к Техническому закрытию!</a:t>
            </a:r>
          </a:p>
          <a:p>
            <a:r>
              <a:rPr lang="ru-RU" sz="1600" dirty="0">
                <a:solidFill>
                  <a:schemeClr val="tx1"/>
                </a:solidFill>
              </a:rPr>
              <a:t>В случае, если по Заказу ТОРО больше затрат не ожидается (например, часть работ не выполнялась, либо МТР не вовлекались в ремонт), то «Техник по учету и вводу данных» подтверждает такие Заказы ТОРО статусом «</a:t>
            </a:r>
            <a:r>
              <a:rPr lang="ru-RU" sz="1600" b="1" dirty="0">
                <a:solidFill>
                  <a:schemeClr val="tx1"/>
                </a:solidFill>
              </a:rPr>
              <a:t>ФХСМ</a:t>
            </a:r>
            <a:r>
              <a:rPr lang="ru-RU" sz="1600" dirty="0">
                <a:solidFill>
                  <a:schemeClr val="tx1"/>
                </a:solidFill>
              </a:rPr>
              <a:t> - Факт ХС, РП, МТР полностью проведены»:</a:t>
            </a:r>
            <a:endParaRPr lang="en-US" sz="1600" dirty="0">
              <a:solidFill>
                <a:schemeClr val="tx1"/>
              </a:solidFill>
            </a:endParaRPr>
          </a:p>
          <a:p>
            <a:r>
              <a:rPr lang="ru-RU" sz="1600" dirty="0">
                <a:solidFill>
                  <a:schemeClr val="tx1"/>
                </a:solidFill>
              </a:rPr>
              <a:t>После установки статуса и обновления экрана заказы исключаться из выборки.</a:t>
            </a:r>
          </a:p>
          <a:p>
            <a:r>
              <a:rPr lang="ru-RU" sz="1600" dirty="0">
                <a:solidFill>
                  <a:schemeClr val="tx1"/>
                </a:solidFill>
              </a:rPr>
              <a:t>Если открыть их в новом режиме, то на экране будет информация, что фактические затраты проведены и заказы готовы к Техническому закрытию (в поле «Статус приемки» - #ТЗКР):</a:t>
            </a:r>
          </a:p>
          <a:p>
            <a:endParaRPr lang="ru-RU" sz="1600" dirty="0">
              <a:solidFill>
                <a:schemeClr val="tx1"/>
              </a:solidFill>
            </a:endParaRPr>
          </a:p>
          <a:p>
            <a:endParaRPr lang="ru-RU" sz="1600" dirty="0">
              <a:solidFill>
                <a:schemeClr val="tx1"/>
              </a:solidFill>
            </a:endParaRPr>
          </a:p>
        </p:txBody>
      </p:sp>
      <p:pic>
        <p:nvPicPr>
          <p:cNvPr id="10" name="Рисунок 9">
            <a:extLst>
              <a:ext uri="{FF2B5EF4-FFF2-40B4-BE49-F238E27FC236}">
                <a16:creationId xmlns:a16="http://schemas.microsoft.com/office/drawing/2014/main" id="{E07F30BB-905F-473D-8D53-85DDAEF4D36B}"/>
              </a:ext>
            </a:extLst>
          </p:cNvPr>
          <p:cNvPicPr/>
          <p:nvPr/>
        </p:nvPicPr>
        <p:blipFill>
          <a:blip r:embed="rId7">
            <a:extLst>
              <a:ext uri="{28A0092B-C50C-407E-A947-70E740481C1C}">
                <a14:useLocalDpi xmlns:a14="http://schemas.microsoft.com/office/drawing/2010/main" val="0"/>
              </a:ext>
            </a:extLst>
          </a:blip>
          <a:srcRect/>
          <a:stretch>
            <a:fillRect/>
          </a:stretch>
        </p:blipFill>
        <p:spPr bwMode="auto">
          <a:xfrm>
            <a:off x="6096000" y="2263843"/>
            <a:ext cx="5555648" cy="2516382"/>
          </a:xfrm>
          <a:prstGeom prst="rect">
            <a:avLst/>
          </a:prstGeom>
          <a:noFill/>
          <a:ln>
            <a:noFill/>
          </a:ln>
        </p:spPr>
      </p:pic>
      <p:pic>
        <p:nvPicPr>
          <p:cNvPr id="11" name="Рисунок 10">
            <a:extLst>
              <a:ext uri="{FF2B5EF4-FFF2-40B4-BE49-F238E27FC236}">
                <a16:creationId xmlns:a16="http://schemas.microsoft.com/office/drawing/2014/main" id="{D1DDC3C1-68BE-4CF2-BAA2-C4A755CC81C7}"/>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096000" y="5034115"/>
            <a:ext cx="5555648" cy="1307211"/>
          </a:xfrm>
          <a:prstGeom prst="rect">
            <a:avLst/>
          </a:prstGeom>
          <a:noFill/>
          <a:ln>
            <a:noFill/>
          </a:ln>
        </p:spPr>
      </p:pic>
    </p:spTree>
    <p:extLst>
      <p:ext uri="{BB962C8B-B14F-4D97-AF65-F5344CB8AC3E}">
        <p14:creationId xmlns:p14="http://schemas.microsoft.com/office/powerpoint/2010/main" val="877872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33486" name="Слайд think-cell" r:id="rId5" imgW="347" imgH="348" progId="TCLayout.ActiveDocument.1">
                  <p:embed/>
                </p:oleObj>
              </mc:Choice>
              <mc:Fallback>
                <p:oleObj name="Слайд think-cell" r:id="rId5" imgW="347" imgH="348" progId="TCLayout.ActiveDocument.1">
                  <p:embed/>
                  <p:pic>
                    <p:nvPicPr>
                      <p:cNvPr id="5" name="think-cell data - do not delete"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Заголовок 1"/>
          <p:cNvSpPr>
            <a:spLocks noGrp="1"/>
          </p:cNvSpPr>
          <p:nvPr>
            <p:ph type="title"/>
          </p:nvPr>
        </p:nvSpPr>
        <p:spPr/>
        <p:txBody>
          <a:bodyPr vert="horz"/>
          <a:lstStyle/>
          <a:p>
            <a:r>
              <a:rPr lang="ru-RU" dirty="0"/>
              <a:t>Сценарии контроля закрытия</a:t>
            </a:r>
          </a:p>
        </p:txBody>
      </p:sp>
      <p:sp>
        <p:nvSpPr>
          <p:cNvPr id="4" name="Прямоугольник 3"/>
          <p:cNvSpPr/>
          <p:nvPr/>
        </p:nvSpPr>
        <p:spPr>
          <a:xfrm>
            <a:off x="540350" y="495799"/>
            <a:ext cx="8750922" cy="400110"/>
          </a:xfrm>
          <a:prstGeom prst="rect">
            <a:avLst/>
          </a:prstGeom>
        </p:spPr>
        <p:txBody>
          <a:bodyPr wrap="none">
            <a:spAutoFit/>
          </a:bodyPr>
          <a:lstStyle/>
          <a:p>
            <a:r>
              <a:rPr lang="ru-RU" sz="2000" dirty="0">
                <a:latin typeface="Arial" panose="020B0604020202020204" pitchFamily="34" charset="0"/>
                <a:cs typeface="Arial" panose="020B0604020202020204" pitchFamily="34" charset="0"/>
              </a:rPr>
              <a:t>Техник по учету и вводу данных</a:t>
            </a:r>
            <a:r>
              <a:rPr lang="en-US" sz="2000" dirty="0">
                <a:latin typeface="Arial" panose="020B0604020202020204" pitchFamily="34" charset="0"/>
                <a:cs typeface="Arial" panose="020B0604020202020204" pitchFamily="34" charset="0"/>
              </a:rPr>
              <a:t> - </a:t>
            </a:r>
            <a:r>
              <a:rPr lang="ru-RU" sz="2000" dirty="0">
                <a:latin typeface="Arial" panose="020B0604020202020204" pitchFamily="34" charset="0"/>
                <a:cs typeface="Arial" panose="020B0604020202020204" pitchFamily="34" charset="0"/>
              </a:rPr>
              <a:t>анализ отклонений периода проводок</a:t>
            </a:r>
          </a:p>
        </p:txBody>
      </p:sp>
      <p:sp>
        <p:nvSpPr>
          <p:cNvPr id="3" name="Скругленный прямоугольник 2"/>
          <p:cNvSpPr/>
          <p:nvPr/>
        </p:nvSpPr>
        <p:spPr>
          <a:xfrm>
            <a:off x="540350" y="985968"/>
            <a:ext cx="11111300" cy="11878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t"/>
          <a:lstStyle/>
          <a:p>
            <a:r>
              <a:rPr lang="ru-RU" sz="1600" dirty="0">
                <a:solidFill>
                  <a:schemeClr val="tx1"/>
                </a:solidFill>
              </a:rPr>
              <a:t>Функция контроля закрытия заказов для «Техника по учету и вводу данных» заключается в анализе на полноту проведенных фактических затрат на Заказы ТОРО, а также выявлении ошибок проводок вне периода сроков заказа. Годовое планирование.</a:t>
            </a:r>
          </a:p>
          <a:p>
            <a:r>
              <a:rPr lang="ru-RU" sz="1600" b="1" dirty="0">
                <a:solidFill>
                  <a:schemeClr val="tx1"/>
                </a:solidFill>
              </a:rPr>
              <a:t>Задача</a:t>
            </a:r>
            <a:r>
              <a:rPr lang="ru-RU" sz="1600" dirty="0">
                <a:solidFill>
                  <a:schemeClr val="tx1"/>
                </a:solidFill>
              </a:rPr>
              <a:t> – чтобы все Заказы ТОРО были готовы к Техническому закрытию.</a:t>
            </a:r>
          </a:p>
        </p:txBody>
      </p:sp>
      <p:sp>
        <p:nvSpPr>
          <p:cNvPr id="14" name="Скругленный прямоугольник 13"/>
          <p:cNvSpPr/>
          <p:nvPr/>
        </p:nvSpPr>
        <p:spPr>
          <a:xfrm>
            <a:off x="540352" y="2284750"/>
            <a:ext cx="5471375" cy="4273365"/>
          </a:xfrm>
          <a:prstGeom prst="roundRect">
            <a:avLst>
              <a:gd name="adj" fmla="val 6551"/>
            </a:avLst>
          </a:prstGeom>
          <a:solidFill>
            <a:srgbClr val="7AEDB4"/>
          </a:solidFill>
        </p:spPr>
        <p:style>
          <a:lnRef idx="2">
            <a:schemeClr val="accent6">
              <a:shade val="50000"/>
            </a:schemeClr>
          </a:lnRef>
          <a:fillRef idx="1">
            <a:schemeClr val="accent6"/>
          </a:fillRef>
          <a:effectRef idx="0">
            <a:schemeClr val="accent6"/>
          </a:effectRef>
          <a:fontRef idx="minor">
            <a:schemeClr val="lt1"/>
          </a:fontRef>
        </p:style>
        <p:txBody>
          <a:bodyPr rtlCol="0" anchor="t"/>
          <a:lstStyle/>
          <a:p>
            <a:r>
              <a:rPr lang="ru-RU" sz="1600" dirty="0">
                <a:solidFill>
                  <a:schemeClr val="tx1"/>
                </a:solidFill>
              </a:rPr>
              <a:t>Для анализа Заказов ТОРО, которые имеют отклонения по периоду проводок относительно периода выполнения работ по Заказу ТОРО, необходимо на селекционном экране выполнить дополнительные ограничения для параметра «Статус периода проводок». Возможен выбор конкретных значений категорий затрат, с использованием кнопки «многократного выбора», либо выбор по всем категориям с указанием «*». При запуске отчета с такими параметрами ограничения система отберет только те Заказы ТОРО, в которых есть отклонения по периоду проводки. Либо выбрать определенный статус </a:t>
            </a:r>
            <a:r>
              <a:rPr lang="en-US" sz="1600" dirty="0">
                <a:solidFill>
                  <a:schemeClr val="tx1"/>
                </a:solidFill>
              </a:rPr>
              <a:t>#</a:t>
            </a:r>
            <a:r>
              <a:rPr lang="ru-RU" sz="1600" dirty="0">
                <a:solidFill>
                  <a:schemeClr val="tx1"/>
                </a:solidFill>
              </a:rPr>
              <a:t>МТР;; </a:t>
            </a:r>
            <a:r>
              <a:rPr lang="en-US" sz="1600" dirty="0">
                <a:solidFill>
                  <a:schemeClr val="tx1"/>
                </a:solidFill>
              </a:rPr>
              <a:t>#</a:t>
            </a:r>
            <a:r>
              <a:rPr lang="ru-RU" sz="1600" dirty="0">
                <a:solidFill>
                  <a:schemeClr val="tx1"/>
                </a:solidFill>
              </a:rPr>
              <a:t>ХС; </a:t>
            </a:r>
            <a:r>
              <a:rPr lang="en-US" sz="1600" dirty="0">
                <a:solidFill>
                  <a:schemeClr val="tx1"/>
                </a:solidFill>
              </a:rPr>
              <a:t>#</a:t>
            </a:r>
            <a:r>
              <a:rPr lang="ru-RU" sz="1600" dirty="0">
                <a:solidFill>
                  <a:schemeClr val="tx1"/>
                </a:solidFill>
              </a:rPr>
              <a:t>УСО; </a:t>
            </a:r>
            <a:r>
              <a:rPr lang="en-US" sz="1600" dirty="0">
                <a:solidFill>
                  <a:schemeClr val="tx1"/>
                </a:solidFill>
              </a:rPr>
              <a:t>#</a:t>
            </a:r>
            <a:r>
              <a:rPr lang="ru-RU" sz="1600" dirty="0">
                <a:solidFill>
                  <a:schemeClr val="tx1"/>
                </a:solidFill>
              </a:rPr>
              <a:t>МТРП. </a:t>
            </a:r>
            <a:r>
              <a:rPr lang="en-US" sz="1600" dirty="0">
                <a:solidFill>
                  <a:schemeClr val="tx1"/>
                </a:solidFill>
              </a:rPr>
              <a:t>#</a:t>
            </a:r>
            <a:r>
              <a:rPr lang="ru-RU" sz="1600" dirty="0">
                <a:solidFill>
                  <a:schemeClr val="tx1"/>
                </a:solidFill>
              </a:rPr>
              <a:t>РП</a:t>
            </a:r>
          </a:p>
          <a:p>
            <a:r>
              <a:rPr lang="ru-RU" sz="1600" dirty="0">
                <a:solidFill>
                  <a:schemeClr val="tx1"/>
                </a:solidFill>
              </a:rPr>
              <a:t>Если такие заказы присутствуют в выборке, то «Техник по учету и вводу данных» выполняет выявление причин ошибок и их устранение. Такие заказы не готовы к Техническому закрытию!</a:t>
            </a:r>
          </a:p>
        </p:txBody>
      </p:sp>
      <p:pic>
        <p:nvPicPr>
          <p:cNvPr id="10" name="Рисунок 9">
            <a:extLst>
              <a:ext uri="{FF2B5EF4-FFF2-40B4-BE49-F238E27FC236}">
                <a16:creationId xmlns:a16="http://schemas.microsoft.com/office/drawing/2014/main" id="{96CFA9E9-B751-4FF9-AE6A-80515988A756}"/>
              </a:ext>
            </a:extLst>
          </p:cNvPr>
          <p:cNvPicPr/>
          <p:nvPr/>
        </p:nvPicPr>
        <p:blipFill>
          <a:blip r:embed="rId7">
            <a:extLst>
              <a:ext uri="{28A0092B-C50C-407E-A947-70E740481C1C}">
                <a14:useLocalDpi xmlns:a14="http://schemas.microsoft.com/office/drawing/2010/main" val="0"/>
              </a:ext>
            </a:extLst>
          </a:blip>
          <a:srcRect/>
          <a:stretch>
            <a:fillRect/>
          </a:stretch>
        </p:blipFill>
        <p:spPr bwMode="auto">
          <a:xfrm>
            <a:off x="6180272" y="2284750"/>
            <a:ext cx="5471375" cy="688750"/>
          </a:xfrm>
          <a:prstGeom prst="rect">
            <a:avLst/>
          </a:prstGeom>
          <a:noFill/>
          <a:ln>
            <a:noFill/>
          </a:ln>
        </p:spPr>
      </p:pic>
      <p:pic>
        <p:nvPicPr>
          <p:cNvPr id="11" name="Рисунок 10">
            <a:extLst>
              <a:ext uri="{FF2B5EF4-FFF2-40B4-BE49-F238E27FC236}">
                <a16:creationId xmlns:a16="http://schemas.microsoft.com/office/drawing/2014/main" id="{132E5C1E-0C3D-4BA4-8501-639D34773D56}"/>
              </a:ext>
            </a:extLst>
          </p:cNvPr>
          <p:cNvPicPr/>
          <p:nvPr/>
        </p:nvPicPr>
        <p:blipFill>
          <a:blip r:embed="rId8">
            <a:extLst>
              <a:ext uri="{28A0092B-C50C-407E-A947-70E740481C1C}">
                <a14:useLocalDpi xmlns:a14="http://schemas.microsoft.com/office/drawing/2010/main" val="0"/>
              </a:ext>
            </a:extLst>
          </a:blip>
          <a:srcRect/>
          <a:stretch>
            <a:fillRect/>
          </a:stretch>
        </p:blipFill>
        <p:spPr bwMode="auto">
          <a:xfrm>
            <a:off x="6180272" y="3211056"/>
            <a:ext cx="5471375" cy="1435431"/>
          </a:xfrm>
          <a:prstGeom prst="rect">
            <a:avLst/>
          </a:prstGeom>
          <a:noFill/>
          <a:ln>
            <a:noFill/>
          </a:ln>
        </p:spPr>
      </p:pic>
    </p:spTree>
    <p:extLst>
      <p:ext uri="{BB962C8B-B14F-4D97-AF65-F5344CB8AC3E}">
        <p14:creationId xmlns:p14="http://schemas.microsoft.com/office/powerpoint/2010/main" val="3383467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36556" name="Слайд think-cell" r:id="rId5" imgW="347" imgH="348" progId="TCLayout.ActiveDocument.1">
                  <p:embed/>
                </p:oleObj>
              </mc:Choice>
              <mc:Fallback>
                <p:oleObj name="Слайд think-cell" r:id="rId5" imgW="347" imgH="348" progId="TCLayout.ActiveDocument.1">
                  <p:embed/>
                  <p:pic>
                    <p:nvPicPr>
                      <p:cNvPr id="5" name="think-cell data - do not delete"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Заголовок 1"/>
          <p:cNvSpPr>
            <a:spLocks noGrp="1"/>
          </p:cNvSpPr>
          <p:nvPr>
            <p:ph type="title"/>
          </p:nvPr>
        </p:nvSpPr>
        <p:spPr/>
        <p:txBody>
          <a:bodyPr vert="horz"/>
          <a:lstStyle/>
          <a:p>
            <a:r>
              <a:rPr lang="ru-RU" dirty="0"/>
              <a:t>Сценарии контроля закрытия</a:t>
            </a:r>
          </a:p>
        </p:txBody>
      </p:sp>
      <p:sp>
        <p:nvSpPr>
          <p:cNvPr id="4" name="Прямоугольник 3"/>
          <p:cNvSpPr/>
          <p:nvPr/>
        </p:nvSpPr>
        <p:spPr>
          <a:xfrm>
            <a:off x="540350" y="495799"/>
            <a:ext cx="6574620" cy="400110"/>
          </a:xfrm>
          <a:prstGeom prst="rect">
            <a:avLst/>
          </a:prstGeom>
        </p:spPr>
        <p:txBody>
          <a:bodyPr wrap="none">
            <a:spAutoFit/>
          </a:bodyPr>
          <a:lstStyle/>
          <a:p>
            <a:r>
              <a:rPr lang="ru-RU" sz="2000" dirty="0">
                <a:latin typeface="Arial" panose="020B0604020202020204" pitchFamily="34" charset="0"/>
                <a:cs typeface="Arial" panose="020B0604020202020204" pitchFamily="34" charset="0"/>
              </a:rPr>
              <a:t>Планировщик </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анализ отклонений периода проводок</a:t>
            </a:r>
          </a:p>
        </p:txBody>
      </p:sp>
      <p:sp>
        <p:nvSpPr>
          <p:cNvPr id="3" name="Скругленный прямоугольник 2"/>
          <p:cNvSpPr/>
          <p:nvPr/>
        </p:nvSpPr>
        <p:spPr>
          <a:xfrm>
            <a:off x="540350" y="985968"/>
            <a:ext cx="11111300" cy="11878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t"/>
          <a:lstStyle/>
          <a:p>
            <a:r>
              <a:rPr lang="ru-RU" sz="1600" dirty="0">
                <a:solidFill>
                  <a:schemeClr val="tx1"/>
                </a:solidFill>
              </a:rPr>
              <a:t>Функция контроля закрытия заказов для «Планировщика ТОиР» заключается в анализе Заказов ТОРО, готовых к Техническому закрытию, а также контролю согласования заказов со стороны Службы заказчика (СЗ). </a:t>
            </a:r>
          </a:p>
          <a:p>
            <a:r>
              <a:rPr lang="ru-RU" sz="1600" b="1" dirty="0">
                <a:solidFill>
                  <a:schemeClr val="tx1"/>
                </a:solidFill>
              </a:rPr>
              <a:t>Задача</a:t>
            </a:r>
            <a:r>
              <a:rPr lang="ru-RU" sz="1600" dirty="0">
                <a:solidFill>
                  <a:schemeClr val="tx1"/>
                </a:solidFill>
              </a:rPr>
              <a:t> – чтобы все Заказы ТОРО готовые к Техническому закрытию были вовремя закрыты, а по несогласованным заказам со стороны СЗ были инициированы корректировки со снятием статуса ТЗКР.</a:t>
            </a:r>
          </a:p>
        </p:txBody>
      </p:sp>
      <p:sp>
        <p:nvSpPr>
          <p:cNvPr id="14" name="Скругленный прямоугольник 13"/>
          <p:cNvSpPr/>
          <p:nvPr/>
        </p:nvSpPr>
        <p:spPr>
          <a:xfrm>
            <a:off x="540352" y="2284750"/>
            <a:ext cx="5471375" cy="4273365"/>
          </a:xfrm>
          <a:prstGeom prst="roundRect">
            <a:avLst>
              <a:gd name="adj" fmla="val 6551"/>
            </a:avLst>
          </a:prstGeom>
          <a:solidFill>
            <a:srgbClr val="7AEDB4"/>
          </a:solidFill>
        </p:spPr>
        <p:style>
          <a:lnRef idx="2">
            <a:schemeClr val="accent6">
              <a:shade val="50000"/>
            </a:schemeClr>
          </a:lnRef>
          <a:fillRef idx="1">
            <a:schemeClr val="accent6"/>
          </a:fillRef>
          <a:effectRef idx="0">
            <a:schemeClr val="accent6"/>
          </a:effectRef>
          <a:fontRef idx="minor">
            <a:schemeClr val="lt1"/>
          </a:fontRef>
        </p:style>
        <p:txBody>
          <a:bodyPr rtlCol="0" anchor="t"/>
          <a:lstStyle/>
          <a:p>
            <a:r>
              <a:rPr lang="ru-RU" sz="1600" dirty="0">
                <a:solidFill>
                  <a:schemeClr val="tx1"/>
                </a:solidFill>
              </a:rPr>
              <a:t>Для анализа Заказов ТОРО, по которым весь факт проведен, либо «Техник по учету и вводу данных» подтвердил, что больше факта не ожидается, необходимо на селекционном экране выполнить дополнительные ограничения для параметра «Статус отражения факта». Для исключения Заказов ТОРО с неполным фактом выполняется ограничение, с использованием многократного выбора и вкладки «Исключить отд. значения». В значениях указывается 1* и 2*.</a:t>
            </a:r>
          </a:p>
          <a:p>
            <a:r>
              <a:rPr lang="ru-RU" sz="1600" dirty="0">
                <a:solidFill>
                  <a:schemeClr val="tx1"/>
                </a:solidFill>
              </a:rPr>
              <a:t>При запуске отчета с такими параметрами ограничения, система отберет только те Заказы ТОРО, в которых нет категорий с не полностью проведенным фактом, т.е. в столбце «Статус отражения факта» все значения будут начинаться с «3».</a:t>
            </a:r>
          </a:p>
        </p:txBody>
      </p:sp>
      <p:pic>
        <p:nvPicPr>
          <p:cNvPr id="12" name="Рисунок 11">
            <a:extLst>
              <a:ext uri="{FF2B5EF4-FFF2-40B4-BE49-F238E27FC236}">
                <a16:creationId xmlns:a16="http://schemas.microsoft.com/office/drawing/2014/main" id="{FB6AF614-1497-4332-8D81-AABE9C772B0B}"/>
              </a:ext>
            </a:extLst>
          </p:cNvPr>
          <p:cNvPicPr/>
          <p:nvPr/>
        </p:nvPicPr>
        <p:blipFill>
          <a:blip r:embed="rId7">
            <a:extLst>
              <a:ext uri="{28A0092B-C50C-407E-A947-70E740481C1C}">
                <a14:useLocalDpi xmlns:a14="http://schemas.microsoft.com/office/drawing/2010/main" val="0"/>
              </a:ext>
            </a:extLst>
          </a:blip>
          <a:srcRect/>
          <a:stretch>
            <a:fillRect/>
          </a:stretch>
        </p:blipFill>
        <p:spPr bwMode="auto">
          <a:xfrm>
            <a:off x="6180272" y="2284750"/>
            <a:ext cx="5471376" cy="641406"/>
          </a:xfrm>
          <a:prstGeom prst="rect">
            <a:avLst/>
          </a:prstGeom>
          <a:noFill/>
          <a:ln>
            <a:noFill/>
          </a:ln>
        </p:spPr>
      </p:pic>
      <p:pic>
        <p:nvPicPr>
          <p:cNvPr id="13" name="Рисунок 12">
            <a:extLst>
              <a:ext uri="{FF2B5EF4-FFF2-40B4-BE49-F238E27FC236}">
                <a16:creationId xmlns:a16="http://schemas.microsoft.com/office/drawing/2014/main" id="{073F3692-7D73-4BB8-9414-BFCE31729018}"/>
              </a:ext>
            </a:extLst>
          </p:cNvPr>
          <p:cNvPicPr/>
          <p:nvPr/>
        </p:nvPicPr>
        <p:blipFill>
          <a:blip r:embed="rId8">
            <a:extLst>
              <a:ext uri="{28A0092B-C50C-407E-A947-70E740481C1C}">
                <a14:useLocalDpi xmlns:a14="http://schemas.microsoft.com/office/drawing/2010/main" val="0"/>
              </a:ext>
            </a:extLst>
          </a:blip>
          <a:srcRect/>
          <a:stretch>
            <a:fillRect/>
          </a:stretch>
        </p:blipFill>
        <p:spPr bwMode="auto">
          <a:xfrm>
            <a:off x="6180271" y="3037122"/>
            <a:ext cx="5471376" cy="3041031"/>
          </a:xfrm>
          <a:prstGeom prst="rect">
            <a:avLst/>
          </a:prstGeom>
          <a:noFill/>
          <a:ln>
            <a:noFill/>
          </a:ln>
        </p:spPr>
      </p:pic>
    </p:spTree>
    <p:extLst>
      <p:ext uri="{BB962C8B-B14F-4D97-AF65-F5344CB8AC3E}">
        <p14:creationId xmlns:p14="http://schemas.microsoft.com/office/powerpoint/2010/main" val="1658017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37579" name="Слайд think-cell" r:id="rId5" imgW="347" imgH="348" progId="TCLayout.ActiveDocument.1">
                  <p:embed/>
                </p:oleObj>
              </mc:Choice>
              <mc:Fallback>
                <p:oleObj name="Слайд think-cell" r:id="rId5" imgW="347" imgH="348" progId="TCLayout.ActiveDocument.1">
                  <p:embed/>
                  <p:pic>
                    <p:nvPicPr>
                      <p:cNvPr id="5" name="think-cell data - do not delete"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Заголовок 1"/>
          <p:cNvSpPr>
            <a:spLocks noGrp="1"/>
          </p:cNvSpPr>
          <p:nvPr>
            <p:ph type="title"/>
          </p:nvPr>
        </p:nvSpPr>
        <p:spPr/>
        <p:txBody>
          <a:bodyPr vert="horz"/>
          <a:lstStyle/>
          <a:p>
            <a:r>
              <a:rPr lang="ru-RU" dirty="0"/>
              <a:t>Сценарии контроля закрытия</a:t>
            </a:r>
          </a:p>
        </p:txBody>
      </p:sp>
      <p:sp>
        <p:nvSpPr>
          <p:cNvPr id="4" name="Прямоугольник 3"/>
          <p:cNvSpPr/>
          <p:nvPr/>
        </p:nvSpPr>
        <p:spPr>
          <a:xfrm>
            <a:off x="540350" y="495799"/>
            <a:ext cx="6574620" cy="400110"/>
          </a:xfrm>
          <a:prstGeom prst="rect">
            <a:avLst/>
          </a:prstGeom>
        </p:spPr>
        <p:txBody>
          <a:bodyPr wrap="none">
            <a:spAutoFit/>
          </a:bodyPr>
          <a:lstStyle/>
          <a:p>
            <a:r>
              <a:rPr lang="ru-RU" sz="2000" dirty="0">
                <a:latin typeface="Arial" panose="020B0604020202020204" pitchFamily="34" charset="0"/>
                <a:cs typeface="Arial" panose="020B0604020202020204" pitchFamily="34" charset="0"/>
              </a:rPr>
              <a:t>Планировщик </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анализ отклонений периода проводок</a:t>
            </a:r>
          </a:p>
        </p:txBody>
      </p:sp>
      <p:sp>
        <p:nvSpPr>
          <p:cNvPr id="3" name="Скругленный прямоугольник 2"/>
          <p:cNvSpPr/>
          <p:nvPr/>
        </p:nvSpPr>
        <p:spPr>
          <a:xfrm>
            <a:off x="540350" y="985968"/>
            <a:ext cx="11111300" cy="11878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t"/>
          <a:lstStyle/>
          <a:p>
            <a:r>
              <a:rPr lang="ru-RU" sz="1600" dirty="0">
                <a:solidFill>
                  <a:schemeClr val="tx1"/>
                </a:solidFill>
              </a:rPr>
              <a:t>Функция контроля закрытия заказов для «Планировщика ТОиР» заключается в анализе Заказов ТОРО, готовых к Техническому закрытию, а также контролю согласования заказов со стороны Службы заказчика (СЗ). </a:t>
            </a:r>
          </a:p>
          <a:p>
            <a:r>
              <a:rPr lang="ru-RU" sz="1600" b="1" dirty="0">
                <a:solidFill>
                  <a:schemeClr val="tx1"/>
                </a:solidFill>
              </a:rPr>
              <a:t>Задача</a:t>
            </a:r>
            <a:r>
              <a:rPr lang="ru-RU" sz="1600" dirty="0">
                <a:solidFill>
                  <a:schemeClr val="tx1"/>
                </a:solidFill>
              </a:rPr>
              <a:t> – чтобы все Заказы ТОРО готовые к Техническому закрытию были вовремя закрыты, а по несогласованным заказам со стороны СЗ были инициированы корректировки со снятием статуса ТЗКР.</a:t>
            </a:r>
          </a:p>
        </p:txBody>
      </p:sp>
      <p:sp>
        <p:nvSpPr>
          <p:cNvPr id="14" name="Скругленный прямоугольник 13"/>
          <p:cNvSpPr/>
          <p:nvPr/>
        </p:nvSpPr>
        <p:spPr>
          <a:xfrm>
            <a:off x="540352" y="2284750"/>
            <a:ext cx="5471375" cy="4273365"/>
          </a:xfrm>
          <a:prstGeom prst="roundRect">
            <a:avLst>
              <a:gd name="adj" fmla="val 6551"/>
            </a:avLst>
          </a:prstGeom>
          <a:solidFill>
            <a:srgbClr val="7AEDB4"/>
          </a:solidFill>
        </p:spPr>
        <p:style>
          <a:lnRef idx="2">
            <a:schemeClr val="accent6">
              <a:shade val="50000"/>
            </a:schemeClr>
          </a:lnRef>
          <a:fillRef idx="1">
            <a:schemeClr val="accent6"/>
          </a:fillRef>
          <a:effectRef idx="0">
            <a:schemeClr val="accent6"/>
          </a:effectRef>
          <a:fontRef idx="minor">
            <a:schemeClr val="lt1"/>
          </a:fontRef>
        </p:style>
        <p:txBody>
          <a:bodyPr rtlCol="0" anchor="t"/>
          <a:lstStyle/>
          <a:p>
            <a:r>
              <a:rPr lang="ru-RU" sz="1600" dirty="0">
                <a:solidFill>
                  <a:schemeClr val="tx1"/>
                </a:solidFill>
              </a:rPr>
              <a:t>Если такие заказы присутствуют в выборке, то «Планировщик ТОиР» выполняет контроль значения поля «Статус приемки». В зависимости от значений поля выполняет следующие действия:</a:t>
            </a:r>
          </a:p>
          <a:p>
            <a:r>
              <a:rPr lang="ru-RU" sz="1600" dirty="0">
                <a:solidFill>
                  <a:schemeClr val="tx1"/>
                </a:solidFill>
              </a:rPr>
              <a:t>• Статус приемки = пустой</a:t>
            </a:r>
          </a:p>
          <a:p>
            <a:r>
              <a:rPr lang="ru-RU" sz="1600" dirty="0">
                <a:solidFill>
                  <a:schemeClr val="tx1"/>
                </a:solidFill>
              </a:rPr>
              <a:t>Анализирует информацию в поле «Статус периода проводок» и взаимодействует с «Техником по учету и вводу данных» для исправления ошибок проводки, либо корректировки сроков Заказа ТОРО.</a:t>
            </a:r>
          </a:p>
          <a:p>
            <a:r>
              <a:rPr lang="ru-RU" sz="1600" dirty="0">
                <a:solidFill>
                  <a:schemeClr val="tx1"/>
                </a:solidFill>
              </a:rPr>
              <a:t>• Статус приемки = #ТЗКР</a:t>
            </a:r>
          </a:p>
          <a:p>
            <a:r>
              <a:rPr lang="ru-RU" sz="1600" dirty="0">
                <a:solidFill>
                  <a:schemeClr val="tx1"/>
                </a:solidFill>
              </a:rPr>
              <a:t>Для Заказа ТОРО выполняется Техническое закрытие.</a:t>
            </a:r>
          </a:p>
          <a:p>
            <a:r>
              <a:rPr lang="ru-RU" sz="1600" dirty="0">
                <a:solidFill>
                  <a:schemeClr val="tx1"/>
                </a:solidFill>
              </a:rPr>
              <a:t>• Статус приемки = #НПСЗ</a:t>
            </a:r>
          </a:p>
          <a:p>
            <a:r>
              <a:rPr lang="ru-RU" sz="1600" dirty="0">
                <a:solidFill>
                  <a:schemeClr val="tx1"/>
                </a:solidFill>
              </a:rPr>
              <a:t>Взаимодействует со специалистом Службой заказчика по выявлению причин отклонения. Для корректировки Заказа ТОРО выполняет отмену Технического закрытия. При отмене ТЗКР статус НПСЗ будет удален автоматически.</a:t>
            </a:r>
          </a:p>
        </p:txBody>
      </p:sp>
      <p:pic>
        <p:nvPicPr>
          <p:cNvPr id="9" name="Рисунок 8">
            <a:extLst>
              <a:ext uri="{FF2B5EF4-FFF2-40B4-BE49-F238E27FC236}">
                <a16:creationId xmlns:a16="http://schemas.microsoft.com/office/drawing/2014/main" id="{611B36A3-14FB-4E1B-A81B-B6D40FC04D3F}"/>
              </a:ext>
            </a:extLst>
          </p:cNvPr>
          <p:cNvPicPr/>
          <p:nvPr/>
        </p:nvPicPr>
        <p:blipFill>
          <a:blip r:embed="rId7">
            <a:extLst>
              <a:ext uri="{28A0092B-C50C-407E-A947-70E740481C1C}">
                <a14:useLocalDpi xmlns:a14="http://schemas.microsoft.com/office/drawing/2010/main" val="0"/>
              </a:ext>
            </a:extLst>
          </a:blip>
          <a:srcRect/>
          <a:stretch>
            <a:fillRect/>
          </a:stretch>
        </p:blipFill>
        <p:spPr bwMode="auto">
          <a:xfrm>
            <a:off x="6180272" y="2284750"/>
            <a:ext cx="5471375" cy="1777795"/>
          </a:xfrm>
          <a:prstGeom prst="rect">
            <a:avLst/>
          </a:prstGeom>
          <a:noFill/>
          <a:ln>
            <a:noFill/>
          </a:ln>
        </p:spPr>
      </p:pic>
    </p:spTree>
    <p:extLst>
      <p:ext uri="{BB962C8B-B14F-4D97-AF65-F5344CB8AC3E}">
        <p14:creationId xmlns:p14="http://schemas.microsoft.com/office/powerpoint/2010/main" val="1610285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38602" name="Слайд think-cell" r:id="rId5" imgW="347" imgH="348" progId="TCLayout.ActiveDocument.1">
                  <p:embed/>
                </p:oleObj>
              </mc:Choice>
              <mc:Fallback>
                <p:oleObj name="Слайд think-cell" r:id="rId5" imgW="347" imgH="348" progId="TCLayout.ActiveDocument.1">
                  <p:embed/>
                  <p:pic>
                    <p:nvPicPr>
                      <p:cNvPr id="5" name="think-cell data - do not delete"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Заголовок 1"/>
          <p:cNvSpPr>
            <a:spLocks noGrp="1"/>
          </p:cNvSpPr>
          <p:nvPr>
            <p:ph type="title"/>
          </p:nvPr>
        </p:nvSpPr>
        <p:spPr/>
        <p:txBody>
          <a:bodyPr vert="horz"/>
          <a:lstStyle/>
          <a:p>
            <a:r>
              <a:rPr lang="ru-RU" dirty="0"/>
              <a:t>Сценарии контроля закрытия</a:t>
            </a:r>
          </a:p>
        </p:txBody>
      </p:sp>
      <p:sp>
        <p:nvSpPr>
          <p:cNvPr id="4" name="Прямоугольник 3"/>
          <p:cNvSpPr/>
          <p:nvPr/>
        </p:nvSpPr>
        <p:spPr>
          <a:xfrm>
            <a:off x="540350" y="495799"/>
            <a:ext cx="8237191" cy="400110"/>
          </a:xfrm>
          <a:prstGeom prst="rect">
            <a:avLst/>
          </a:prstGeom>
        </p:spPr>
        <p:txBody>
          <a:bodyPr wrap="none">
            <a:spAutoFit/>
          </a:bodyPr>
          <a:lstStyle/>
          <a:p>
            <a:r>
              <a:rPr lang="ru-RU" sz="2000" dirty="0">
                <a:latin typeface="Arial" panose="020B0604020202020204" pitchFamily="34" charset="0"/>
                <a:cs typeface="Arial" panose="020B0604020202020204" pitchFamily="34" charset="0"/>
              </a:rPr>
              <a:t>Специалист службы заказчика </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анализ заказов, готовых к приемке</a:t>
            </a:r>
          </a:p>
        </p:txBody>
      </p:sp>
      <p:sp>
        <p:nvSpPr>
          <p:cNvPr id="3" name="Скругленный прямоугольник 2"/>
          <p:cNvSpPr/>
          <p:nvPr/>
        </p:nvSpPr>
        <p:spPr>
          <a:xfrm>
            <a:off x="540350" y="985968"/>
            <a:ext cx="11111300" cy="11878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t"/>
          <a:lstStyle/>
          <a:p>
            <a:r>
              <a:rPr lang="ru-RU" sz="1600" dirty="0">
                <a:solidFill>
                  <a:schemeClr val="tx1"/>
                </a:solidFill>
              </a:rPr>
              <a:t>Функция контроля закрытия заказов для «Специалиста службы заказчика» заключается в анализе Заказы ТОРО, готовых к приемке работ. </a:t>
            </a:r>
          </a:p>
          <a:p>
            <a:r>
              <a:rPr lang="ru-RU" sz="1600" b="1" dirty="0">
                <a:solidFill>
                  <a:schemeClr val="tx1"/>
                </a:solidFill>
              </a:rPr>
              <a:t>Задача</a:t>
            </a:r>
            <a:r>
              <a:rPr lang="ru-RU" sz="1600" dirty="0">
                <a:solidFill>
                  <a:schemeClr val="tx1"/>
                </a:solidFill>
              </a:rPr>
              <a:t> – чтобы все Заказы ТОРО готовые к приемке работ со стороны СЗ были вовремя приняты (либо, в случае отклонения, установлен статус НПСЗ).</a:t>
            </a:r>
          </a:p>
        </p:txBody>
      </p:sp>
      <p:sp>
        <p:nvSpPr>
          <p:cNvPr id="14" name="Скругленный прямоугольник 13"/>
          <p:cNvSpPr/>
          <p:nvPr/>
        </p:nvSpPr>
        <p:spPr>
          <a:xfrm>
            <a:off x="540352" y="2284750"/>
            <a:ext cx="5471375" cy="4273365"/>
          </a:xfrm>
          <a:prstGeom prst="roundRect">
            <a:avLst>
              <a:gd name="adj" fmla="val 6551"/>
            </a:avLst>
          </a:prstGeom>
          <a:solidFill>
            <a:srgbClr val="7AEDB4"/>
          </a:solidFill>
        </p:spPr>
        <p:style>
          <a:lnRef idx="2">
            <a:schemeClr val="accent6">
              <a:shade val="50000"/>
            </a:schemeClr>
          </a:lnRef>
          <a:fillRef idx="1">
            <a:schemeClr val="accent6"/>
          </a:fillRef>
          <a:effectRef idx="0">
            <a:schemeClr val="accent6"/>
          </a:effectRef>
          <a:fontRef idx="minor">
            <a:schemeClr val="lt1"/>
          </a:fontRef>
        </p:style>
        <p:txBody>
          <a:bodyPr rtlCol="0" anchor="t"/>
          <a:lstStyle/>
          <a:p>
            <a:r>
              <a:rPr lang="ru-RU" sz="1600" dirty="0">
                <a:solidFill>
                  <a:schemeClr val="tx1"/>
                </a:solidFill>
              </a:rPr>
              <a:t>Для анализа Заказов ТОРО, готовых к приемке работ со стороны СЗ, выбираются заказы ТОРО в статусе ТЗКР. Дополнительно на селекционном экране необходимо выполнить ограничения для параметра «Статус приемки», указав значение #ПРСЗ.</a:t>
            </a:r>
          </a:p>
          <a:p>
            <a:r>
              <a:rPr lang="ru-RU" sz="1600" dirty="0">
                <a:solidFill>
                  <a:schemeClr val="tx1"/>
                </a:solidFill>
              </a:rPr>
              <a:t>При запуске отчета с такими параметрами ограничения, система отберет только те Заказы ТОРО, по которым выполнено Техническое закрытие и нет ошибок по проводкам вне периода выполнения Заказа ТОРО.</a:t>
            </a:r>
          </a:p>
          <a:p>
            <a:r>
              <a:rPr lang="ru-RU" sz="1600" dirty="0">
                <a:solidFill>
                  <a:schemeClr val="tx1"/>
                </a:solidFill>
              </a:rPr>
              <a:t>Если такие заказы присутствуют в выборке, то «Специалист СЗ» выполняет операцию приемки работ (установка статуса ПРСЗ).</a:t>
            </a:r>
          </a:p>
        </p:txBody>
      </p:sp>
      <p:pic>
        <p:nvPicPr>
          <p:cNvPr id="8" name="Рисунок 7">
            <a:extLst>
              <a:ext uri="{FF2B5EF4-FFF2-40B4-BE49-F238E27FC236}">
                <a16:creationId xmlns:a16="http://schemas.microsoft.com/office/drawing/2014/main" id="{481F4D56-7629-47BA-B0BA-CAAC1778EC0B}"/>
              </a:ext>
            </a:extLst>
          </p:cNvPr>
          <p:cNvPicPr/>
          <p:nvPr/>
        </p:nvPicPr>
        <p:blipFill>
          <a:blip r:embed="rId7">
            <a:extLst>
              <a:ext uri="{28A0092B-C50C-407E-A947-70E740481C1C}">
                <a14:useLocalDpi xmlns:a14="http://schemas.microsoft.com/office/drawing/2010/main" val="0"/>
              </a:ext>
            </a:extLst>
          </a:blip>
          <a:srcRect/>
          <a:stretch>
            <a:fillRect/>
          </a:stretch>
        </p:blipFill>
        <p:spPr bwMode="auto">
          <a:xfrm>
            <a:off x="6181458" y="2284750"/>
            <a:ext cx="5470189" cy="720778"/>
          </a:xfrm>
          <a:prstGeom prst="rect">
            <a:avLst/>
          </a:prstGeom>
          <a:noFill/>
          <a:ln>
            <a:noFill/>
          </a:ln>
        </p:spPr>
      </p:pic>
      <p:pic>
        <p:nvPicPr>
          <p:cNvPr id="10" name="Рисунок 9">
            <a:extLst>
              <a:ext uri="{FF2B5EF4-FFF2-40B4-BE49-F238E27FC236}">
                <a16:creationId xmlns:a16="http://schemas.microsoft.com/office/drawing/2014/main" id="{9674EDA3-2A82-4291-98C3-C86CD6A426DC}"/>
              </a:ext>
            </a:extLst>
          </p:cNvPr>
          <p:cNvPicPr/>
          <p:nvPr/>
        </p:nvPicPr>
        <p:blipFill>
          <a:blip r:embed="rId8">
            <a:extLst>
              <a:ext uri="{28A0092B-C50C-407E-A947-70E740481C1C}">
                <a14:useLocalDpi xmlns:a14="http://schemas.microsoft.com/office/drawing/2010/main" val="0"/>
              </a:ext>
            </a:extLst>
          </a:blip>
          <a:srcRect/>
          <a:stretch>
            <a:fillRect/>
          </a:stretch>
        </p:blipFill>
        <p:spPr bwMode="auto">
          <a:xfrm>
            <a:off x="6180274" y="3249156"/>
            <a:ext cx="5463753" cy="1705412"/>
          </a:xfrm>
          <a:prstGeom prst="rect">
            <a:avLst/>
          </a:prstGeom>
          <a:noFill/>
          <a:ln>
            <a:noFill/>
          </a:ln>
        </p:spPr>
      </p:pic>
    </p:spTree>
    <p:extLst>
      <p:ext uri="{BB962C8B-B14F-4D97-AF65-F5344CB8AC3E}">
        <p14:creationId xmlns:p14="http://schemas.microsoft.com/office/powerpoint/2010/main" val="2994438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34511" name="Слайд think-cell" r:id="rId5" imgW="347" imgH="348" progId="TCLayout.ActiveDocument.1">
                  <p:embed/>
                </p:oleObj>
              </mc:Choice>
              <mc:Fallback>
                <p:oleObj name="Слайд think-cell" r:id="rId5" imgW="347" imgH="348" progId="TCLayout.ActiveDocument.1">
                  <p:embed/>
                  <p:pic>
                    <p:nvPicPr>
                      <p:cNvPr id="5" name="think-cell data - do not delete"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Заголовок 1"/>
          <p:cNvSpPr>
            <a:spLocks noGrp="1"/>
          </p:cNvSpPr>
          <p:nvPr>
            <p:ph type="title"/>
          </p:nvPr>
        </p:nvSpPr>
        <p:spPr/>
        <p:txBody>
          <a:bodyPr vert="horz"/>
          <a:lstStyle/>
          <a:p>
            <a:r>
              <a:rPr lang="ru-RU" dirty="0"/>
              <a:t>Сценарии контроля закрытия</a:t>
            </a:r>
          </a:p>
        </p:txBody>
      </p:sp>
      <p:sp>
        <p:nvSpPr>
          <p:cNvPr id="4" name="Прямоугольник 3"/>
          <p:cNvSpPr/>
          <p:nvPr/>
        </p:nvSpPr>
        <p:spPr>
          <a:xfrm>
            <a:off x="540350" y="495799"/>
            <a:ext cx="8719310" cy="400110"/>
          </a:xfrm>
          <a:prstGeom prst="rect">
            <a:avLst/>
          </a:prstGeom>
        </p:spPr>
        <p:txBody>
          <a:bodyPr wrap="none">
            <a:spAutoFit/>
          </a:bodyPr>
          <a:lstStyle/>
          <a:p>
            <a:r>
              <a:rPr lang="ru-RU" sz="2000" dirty="0">
                <a:latin typeface="Arial" panose="020B0604020202020204" pitchFamily="34" charset="0"/>
                <a:cs typeface="Arial" panose="020B0604020202020204" pitchFamily="34" charset="0"/>
              </a:rPr>
              <a:t>Отнесение затрат по заказам ТОРО для периода выставления выручки</a:t>
            </a:r>
          </a:p>
        </p:txBody>
      </p:sp>
      <p:sp>
        <p:nvSpPr>
          <p:cNvPr id="15" name="Скругленный прямоугольник 14"/>
          <p:cNvSpPr/>
          <p:nvPr/>
        </p:nvSpPr>
        <p:spPr>
          <a:xfrm>
            <a:off x="540350" y="1025744"/>
            <a:ext cx="9746650" cy="400110"/>
          </a:xfrm>
          <a:prstGeom prst="roundRect">
            <a:avLst/>
          </a:prstGeom>
          <a:solidFill>
            <a:srgbClr val="98DADE"/>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ru-RU" sz="1600" b="1" dirty="0">
                <a:solidFill>
                  <a:schemeClr val="tx1"/>
                </a:solidFill>
              </a:rPr>
              <a:t>Отнесение затрат к периоду выставления выручки июль. </a:t>
            </a:r>
          </a:p>
        </p:txBody>
      </p:sp>
      <p:graphicFrame>
        <p:nvGraphicFramePr>
          <p:cNvPr id="7" name="Таблица 6">
            <a:extLst>
              <a:ext uri="{FF2B5EF4-FFF2-40B4-BE49-F238E27FC236}">
                <a16:creationId xmlns:a16="http://schemas.microsoft.com/office/drawing/2014/main" id="{8AA98D00-6D15-4E25-A89C-4BDC98C90FF3}"/>
              </a:ext>
            </a:extLst>
          </p:cNvPr>
          <p:cNvGraphicFramePr>
            <a:graphicFrameLocks noGrp="1"/>
          </p:cNvGraphicFramePr>
          <p:nvPr>
            <p:extLst>
              <p:ext uri="{D42A27DB-BD31-4B8C-83A1-F6EECF244321}">
                <p14:modId xmlns:p14="http://schemas.microsoft.com/office/powerpoint/2010/main" val="3686807347"/>
              </p:ext>
            </p:extLst>
          </p:nvPr>
        </p:nvGraphicFramePr>
        <p:xfrm>
          <a:off x="540350" y="1507612"/>
          <a:ext cx="6134102" cy="1295400"/>
        </p:xfrm>
        <a:graphic>
          <a:graphicData uri="http://schemas.openxmlformats.org/drawingml/2006/table">
            <a:tbl>
              <a:tblPr>
                <a:tableStyleId>{5C22544A-7EE6-4342-B048-85BDC9FD1C3A}</a:tableStyleId>
              </a:tblPr>
              <a:tblGrid>
                <a:gridCol w="2237217">
                  <a:extLst>
                    <a:ext uri="{9D8B030D-6E8A-4147-A177-3AD203B41FA5}">
                      <a16:colId xmlns:a16="http://schemas.microsoft.com/office/drawing/2014/main" val="2721023477"/>
                    </a:ext>
                  </a:extLst>
                </a:gridCol>
                <a:gridCol w="621978">
                  <a:extLst>
                    <a:ext uri="{9D8B030D-6E8A-4147-A177-3AD203B41FA5}">
                      <a16:colId xmlns:a16="http://schemas.microsoft.com/office/drawing/2014/main" val="2925322766"/>
                    </a:ext>
                  </a:extLst>
                </a:gridCol>
                <a:gridCol w="609285">
                  <a:extLst>
                    <a:ext uri="{9D8B030D-6E8A-4147-A177-3AD203B41FA5}">
                      <a16:colId xmlns:a16="http://schemas.microsoft.com/office/drawing/2014/main" val="1834310036"/>
                    </a:ext>
                  </a:extLst>
                </a:gridCol>
                <a:gridCol w="114241">
                  <a:extLst>
                    <a:ext uri="{9D8B030D-6E8A-4147-A177-3AD203B41FA5}">
                      <a16:colId xmlns:a16="http://schemas.microsoft.com/office/drawing/2014/main" val="3748455389"/>
                    </a:ext>
                  </a:extLst>
                </a:gridCol>
                <a:gridCol w="609285">
                  <a:extLst>
                    <a:ext uri="{9D8B030D-6E8A-4147-A177-3AD203B41FA5}">
                      <a16:colId xmlns:a16="http://schemas.microsoft.com/office/drawing/2014/main" val="4269899395"/>
                    </a:ext>
                  </a:extLst>
                </a:gridCol>
                <a:gridCol w="609285">
                  <a:extLst>
                    <a:ext uri="{9D8B030D-6E8A-4147-A177-3AD203B41FA5}">
                      <a16:colId xmlns:a16="http://schemas.microsoft.com/office/drawing/2014/main" val="1095132910"/>
                    </a:ext>
                  </a:extLst>
                </a:gridCol>
                <a:gridCol w="114241">
                  <a:extLst>
                    <a:ext uri="{9D8B030D-6E8A-4147-A177-3AD203B41FA5}">
                      <a16:colId xmlns:a16="http://schemas.microsoft.com/office/drawing/2014/main" val="238940182"/>
                    </a:ext>
                  </a:extLst>
                </a:gridCol>
                <a:gridCol w="609285">
                  <a:extLst>
                    <a:ext uri="{9D8B030D-6E8A-4147-A177-3AD203B41FA5}">
                      <a16:colId xmlns:a16="http://schemas.microsoft.com/office/drawing/2014/main" val="4089096241"/>
                    </a:ext>
                  </a:extLst>
                </a:gridCol>
                <a:gridCol w="609285">
                  <a:extLst>
                    <a:ext uri="{9D8B030D-6E8A-4147-A177-3AD203B41FA5}">
                      <a16:colId xmlns:a16="http://schemas.microsoft.com/office/drawing/2014/main" val="122246301"/>
                    </a:ext>
                  </a:extLst>
                </a:gridCol>
              </a:tblGrid>
              <a:tr h="161925">
                <a:tc>
                  <a:txBody>
                    <a:bodyPr/>
                    <a:lstStyle/>
                    <a:p>
                      <a:pPr algn="l" fontAlgn="t"/>
                      <a:r>
                        <a:rPr lang="ru-RU" sz="1000" u="none" strike="noStrike">
                          <a:effectLst/>
                        </a:rPr>
                        <a:t>Пример 1</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Июль</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Август</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8">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Июль</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Август</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8">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7823810"/>
                  </a:ext>
                </a:extLst>
              </a:tr>
              <a:tr h="161925">
                <a:tc>
                  <a:txBody>
                    <a:bodyPr/>
                    <a:lstStyle/>
                    <a:p>
                      <a:pPr algn="l" fontAlgn="t"/>
                      <a:r>
                        <a:rPr lang="ru-RU" sz="1000" u="none" strike="noStrike">
                          <a:effectLst/>
                        </a:rPr>
                        <a:t>МТР</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1225476"/>
                  </a:ext>
                </a:extLst>
              </a:tr>
              <a:tr h="161925">
                <a:tc>
                  <a:txBody>
                    <a:bodyPr/>
                    <a:lstStyle/>
                    <a:p>
                      <a:pPr algn="l" fontAlgn="t"/>
                      <a:r>
                        <a:rPr lang="ru-RU" sz="1000" u="none" strike="noStrike">
                          <a:effectLst/>
                        </a:rPr>
                        <a:t>ХСП</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5617804"/>
                  </a:ext>
                </a:extLst>
              </a:tr>
              <a:tr h="161925">
                <a:tc>
                  <a:txBody>
                    <a:bodyPr/>
                    <a:lstStyle/>
                    <a:p>
                      <a:pPr algn="l" fontAlgn="t"/>
                      <a:r>
                        <a:rPr lang="ru-RU" sz="1000" u="none" strike="noStrike">
                          <a:effectLst/>
                        </a:rPr>
                        <a:t>УСО с/ф</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7274627"/>
                  </a:ext>
                </a:extLst>
              </a:tr>
              <a:tr h="161925">
                <a:tc>
                  <a:txBody>
                    <a:bodyPr/>
                    <a:lstStyle/>
                    <a:p>
                      <a:pPr algn="l" fontAlgn="t"/>
                      <a:r>
                        <a:rPr lang="ru-RU" sz="1000" u="none" strike="noStrike">
                          <a:effectLst/>
                        </a:rPr>
                        <a:t>Дата ТЗКР</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9910598"/>
                  </a:ext>
                </a:extLst>
              </a:tr>
              <a:tr h="161925">
                <a:tc>
                  <a:txBody>
                    <a:bodyPr/>
                    <a:lstStyle/>
                    <a:p>
                      <a:pPr algn="l" fontAlgn="t"/>
                      <a:r>
                        <a:rPr lang="ru-RU" sz="1000" u="none" strike="noStrike">
                          <a:effectLst/>
                        </a:rPr>
                        <a:t>Дата ПРСЗ</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5845108"/>
                  </a:ext>
                </a:extLst>
              </a:tr>
              <a:tr h="161925">
                <a:tc>
                  <a:txBody>
                    <a:bodyPr/>
                    <a:lstStyle/>
                    <a:p>
                      <a:pPr algn="l" fontAlgn="t"/>
                      <a:r>
                        <a:rPr lang="ru-RU" sz="1000" u="none" strike="noStrike">
                          <a:effectLst/>
                        </a:rPr>
                        <a:t>Период выставления выручки открыт</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2850633"/>
                  </a:ext>
                </a:extLst>
              </a:tr>
              <a:tr h="161925">
                <a:tc>
                  <a:txBody>
                    <a:bodyPr/>
                    <a:lstStyle/>
                    <a:p>
                      <a:pPr algn="l" fontAlgn="t"/>
                      <a:r>
                        <a:rPr lang="ru-RU" sz="1000" u="none" strike="noStrike" dirty="0">
                          <a:effectLst/>
                        </a:rPr>
                        <a:t>Пульт по выручке</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a:t>
                      </a:r>
                      <a:endParaRPr lang="ru-RU" sz="1000" b="1"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a:t>
                      </a:r>
                      <a:endParaRPr lang="ru-RU" sz="1000" b="1"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3456104"/>
                  </a:ext>
                </a:extLst>
              </a:tr>
            </a:tbl>
          </a:graphicData>
        </a:graphic>
      </p:graphicFrame>
      <p:graphicFrame>
        <p:nvGraphicFramePr>
          <p:cNvPr id="8" name="Таблица 7">
            <a:extLst>
              <a:ext uri="{FF2B5EF4-FFF2-40B4-BE49-F238E27FC236}">
                <a16:creationId xmlns:a16="http://schemas.microsoft.com/office/drawing/2014/main" id="{B82A6604-D3FD-4A7F-AC0B-A488DA9E8F2C}"/>
              </a:ext>
            </a:extLst>
          </p:cNvPr>
          <p:cNvGraphicFramePr>
            <a:graphicFrameLocks noGrp="1"/>
          </p:cNvGraphicFramePr>
          <p:nvPr>
            <p:extLst>
              <p:ext uri="{D42A27DB-BD31-4B8C-83A1-F6EECF244321}">
                <p14:modId xmlns:p14="http://schemas.microsoft.com/office/powerpoint/2010/main" val="3855844161"/>
              </p:ext>
            </p:extLst>
          </p:nvPr>
        </p:nvGraphicFramePr>
        <p:xfrm>
          <a:off x="540350" y="3464904"/>
          <a:ext cx="6134102" cy="1295400"/>
        </p:xfrm>
        <a:graphic>
          <a:graphicData uri="http://schemas.openxmlformats.org/drawingml/2006/table">
            <a:tbl>
              <a:tblPr>
                <a:tableStyleId>{5C22544A-7EE6-4342-B048-85BDC9FD1C3A}</a:tableStyleId>
              </a:tblPr>
              <a:tblGrid>
                <a:gridCol w="2237217">
                  <a:extLst>
                    <a:ext uri="{9D8B030D-6E8A-4147-A177-3AD203B41FA5}">
                      <a16:colId xmlns:a16="http://schemas.microsoft.com/office/drawing/2014/main" val="2178577207"/>
                    </a:ext>
                  </a:extLst>
                </a:gridCol>
                <a:gridCol w="621978">
                  <a:extLst>
                    <a:ext uri="{9D8B030D-6E8A-4147-A177-3AD203B41FA5}">
                      <a16:colId xmlns:a16="http://schemas.microsoft.com/office/drawing/2014/main" val="1185477016"/>
                    </a:ext>
                  </a:extLst>
                </a:gridCol>
                <a:gridCol w="609285">
                  <a:extLst>
                    <a:ext uri="{9D8B030D-6E8A-4147-A177-3AD203B41FA5}">
                      <a16:colId xmlns:a16="http://schemas.microsoft.com/office/drawing/2014/main" val="3532674116"/>
                    </a:ext>
                  </a:extLst>
                </a:gridCol>
                <a:gridCol w="114241">
                  <a:extLst>
                    <a:ext uri="{9D8B030D-6E8A-4147-A177-3AD203B41FA5}">
                      <a16:colId xmlns:a16="http://schemas.microsoft.com/office/drawing/2014/main" val="3491364176"/>
                    </a:ext>
                  </a:extLst>
                </a:gridCol>
                <a:gridCol w="609285">
                  <a:extLst>
                    <a:ext uri="{9D8B030D-6E8A-4147-A177-3AD203B41FA5}">
                      <a16:colId xmlns:a16="http://schemas.microsoft.com/office/drawing/2014/main" val="1410467958"/>
                    </a:ext>
                  </a:extLst>
                </a:gridCol>
                <a:gridCol w="609285">
                  <a:extLst>
                    <a:ext uri="{9D8B030D-6E8A-4147-A177-3AD203B41FA5}">
                      <a16:colId xmlns:a16="http://schemas.microsoft.com/office/drawing/2014/main" val="762815613"/>
                    </a:ext>
                  </a:extLst>
                </a:gridCol>
                <a:gridCol w="114241">
                  <a:extLst>
                    <a:ext uri="{9D8B030D-6E8A-4147-A177-3AD203B41FA5}">
                      <a16:colId xmlns:a16="http://schemas.microsoft.com/office/drawing/2014/main" val="2359342798"/>
                    </a:ext>
                  </a:extLst>
                </a:gridCol>
                <a:gridCol w="609285">
                  <a:extLst>
                    <a:ext uri="{9D8B030D-6E8A-4147-A177-3AD203B41FA5}">
                      <a16:colId xmlns:a16="http://schemas.microsoft.com/office/drawing/2014/main" val="3047230508"/>
                    </a:ext>
                  </a:extLst>
                </a:gridCol>
                <a:gridCol w="609285">
                  <a:extLst>
                    <a:ext uri="{9D8B030D-6E8A-4147-A177-3AD203B41FA5}">
                      <a16:colId xmlns:a16="http://schemas.microsoft.com/office/drawing/2014/main" val="477544983"/>
                    </a:ext>
                  </a:extLst>
                </a:gridCol>
              </a:tblGrid>
              <a:tr h="161925">
                <a:tc>
                  <a:txBody>
                    <a:bodyPr/>
                    <a:lstStyle/>
                    <a:p>
                      <a:pPr algn="l" fontAlgn="t"/>
                      <a:r>
                        <a:rPr lang="ru-RU" sz="1000" u="none" strike="noStrike">
                          <a:effectLst/>
                        </a:rPr>
                        <a:t>Пример 2</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Июль</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Август</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8">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Июль</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Август</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8">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Июль</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Август</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6892968"/>
                  </a:ext>
                </a:extLst>
              </a:tr>
              <a:tr h="161925">
                <a:tc>
                  <a:txBody>
                    <a:bodyPr/>
                    <a:lstStyle/>
                    <a:p>
                      <a:pPr algn="l" fontAlgn="t"/>
                      <a:r>
                        <a:rPr lang="ru-RU" sz="1000" u="none" strike="noStrike">
                          <a:effectLst/>
                        </a:rPr>
                        <a:t>МТР</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b="1" u="none" strike="noStrike" dirty="0">
                          <a:solidFill>
                            <a:srgbClr val="FF0000"/>
                          </a:solidFill>
                          <a:effectLst/>
                        </a:rPr>
                        <a:t>+</a:t>
                      </a:r>
                      <a:endParaRPr lang="ru-RU" sz="1000" b="1" i="0" u="none" strike="noStrike" dirty="0">
                        <a:solidFill>
                          <a:srgbClr val="FF0000"/>
                        </a:solidFill>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 </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6389707"/>
                  </a:ext>
                </a:extLst>
              </a:tr>
              <a:tr h="161925">
                <a:tc>
                  <a:txBody>
                    <a:bodyPr/>
                    <a:lstStyle/>
                    <a:p>
                      <a:pPr algn="l" fontAlgn="t"/>
                      <a:r>
                        <a:rPr lang="ru-RU" sz="1000" u="none" strike="noStrike">
                          <a:effectLst/>
                        </a:rPr>
                        <a:t>ХСП</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b="1" u="none" strike="noStrike" dirty="0">
                          <a:solidFill>
                            <a:srgbClr val="FF0000"/>
                          </a:solidFill>
                          <a:effectLst/>
                        </a:rPr>
                        <a:t>+</a:t>
                      </a:r>
                      <a:endParaRPr lang="ru-RU" sz="1000" b="1" i="0" u="none" strike="noStrike" dirty="0">
                        <a:solidFill>
                          <a:srgbClr val="FF0000"/>
                        </a:solidFill>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2872494"/>
                  </a:ext>
                </a:extLst>
              </a:tr>
              <a:tr h="161925">
                <a:tc>
                  <a:txBody>
                    <a:bodyPr/>
                    <a:lstStyle/>
                    <a:p>
                      <a:pPr algn="l" fontAlgn="t"/>
                      <a:r>
                        <a:rPr lang="ru-RU" sz="1000" u="none" strike="noStrike">
                          <a:effectLst/>
                        </a:rPr>
                        <a:t>УСО с/ф</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b="1" u="none" strike="noStrike" dirty="0">
                          <a:solidFill>
                            <a:srgbClr val="FF0000"/>
                          </a:solidFill>
                          <a:effectLst/>
                        </a:rPr>
                        <a:t>+</a:t>
                      </a:r>
                      <a:endParaRPr lang="ru-RU" sz="1000" b="1" i="0" u="none" strike="noStrike" dirty="0">
                        <a:solidFill>
                          <a:srgbClr val="FF0000"/>
                        </a:solidFill>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 </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3304076"/>
                  </a:ext>
                </a:extLst>
              </a:tr>
              <a:tr h="161925">
                <a:tc>
                  <a:txBody>
                    <a:bodyPr/>
                    <a:lstStyle/>
                    <a:p>
                      <a:pPr algn="l" fontAlgn="t"/>
                      <a:r>
                        <a:rPr lang="ru-RU" sz="1000" u="none" strike="noStrike">
                          <a:effectLst/>
                        </a:rPr>
                        <a:t>Дата ТЗКР</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5244406"/>
                  </a:ext>
                </a:extLst>
              </a:tr>
              <a:tr h="161925">
                <a:tc>
                  <a:txBody>
                    <a:bodyPr/>
                    <a:lstStyle/>
                    <a:p>
                      <a:pPr algn="l" fontAlgn="t"/>
                      <a:r>
                        <a:rPr lang="ru-RU" sz="1000" u="none" strike="noStrike">
                          <a:effectLst/>
                        </a:rPr>
                        <a:t>Дата ПРСЗ</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 </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2096191"/>
                  </a:ext>
                </a:extLst>
              </a:tr>
              <a:tr h="161925">
                <a:tc>
                  <a:txBody>
                    <a:bodyPr/>
                    <a:lstStyle/>
                    <a:p>
                      <a:pPr algn="l" fontAlgn="t"/>
                      <a:r>
                        <a:rPr lang="ru-RU" sz="1000" u="none" strike="noStrike">
                          <a:effectLst/>
                        </a:rPr>
                        <a:t>Период выставления выручки открыт</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 </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 </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 </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9115627"/>
                  </a:ext>
                </a:extLst>
              </a:tr>
              <a:tr h="161925">
                <a:tc>
                  <a:txBody>
                    <a:bodyPr/>
                    <a:lstStyle/>
                    <a:p>
                      <a:pPr algn="l" fontAlgn="t"/>
                      <a:r>
                        <a:rPr lang="ru-RU" sz="1000" u="none" strike="noStrike">
                          <a:effectLst/>
                        </a:rPr>
                        <a:t>Пульт по выручке</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 </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b="1" u="none" strike="noStrike" dirty="0">
                          <a:solidFill>
                            <a:srgbClr val="FF0000"/>
                          </a:solidFill>
                          <a:effectLst/>
                        </a:rPr>
                        <a:t>+</a:t>
                      </a:r>
                      <a:endParaRPr lang="ru-RU" sz="1000" b="1" i="0" u="none" strike="noStrike" dirty="0">
                        <a:solidFill>
                          <a:srgbClr val="FF0000"/>
                        </a:solidFill>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b="1" u="none" strike="noStrike" dirty="0">
                          <a:solidFill>
                            <a:srgbClr val="FF0000"/>
                          </a:solidFill>
                          <a:effectLst/>
                        </a:rPr>
                        <a:t>+</a:t>
                      </a:r>
                      <a:endParaRPr lang="ru-RU" sz="1000" b="1" i="0" u="none" strike="noStrike" dirty="0">
                        <a:solidFill>
                          <a:srgbClr val="FF0000"/>
                        </a:solidFill>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b="1" u="none" strike="noStrike" dirty="0">
                          <a:solidFill>
                            <a:srgbClr val="FF0000"/>
                          </a:solidFill>
                          <a:effectLst/>
                        </a:rPr>
                        <a:t>+</a:t>
                      </a:r>
                      <a:endParaRPr lang="ru-RU" sz="1000" b="1" i="0" u="none" strike="noStrike" dirty="0">
                        <a:solidFill>
                          <a:srgbClr val="FF0000"/>
                        </a:solidFill>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2840895"/>
                  </a:ext>
                </a:extLst>
              </a:tr>
            </a:tbl>
          </a:graphicData>
        </a:graphic>
      </p:graphicFrame>
      <p:graphicFrame>
        <p:nvGraphicFramePr>
          <p:cNvPr id="9" name="Таблица 8">
            <a:extLst>
              <a:ext uri="{FF2B5EF4-FFF2-40B4-BE49-F238E27FC236}">
                <a16:creationId xmlns:a16="http://schemas.microsoft.com/office/drawing/2014/main" id="{9C8E2723-45E0-4D66-B7B3-7E3C2E6C68E9}"/>
              </a:ext>
            </a:extLst>
          </p:cNvPr>
          <p:cNvGraphicFramePr>
            <a:graphicFrameLocks noGrp="1"/>
          </p:cNvGraphicFramePr>
          <p:nvPr>
            <p:extLst>
              <p:ext uri="{D42A27DB-BD31-4B8C-83A1-F6EECF244321}">
                <p14:modId xmlns:p14="http://schemas.microsoft.com/office/powerpoint/2010/main" val="49538898"/>
              </p:ext>
            </p:extLst>
          </p:nvPr>
        </p:nvGraphicFramePr>
        <p:xfrm>
          <a:off x="540350" y="5424948"/>
          <a:ext cx="6134102" cy="1295400"/>
        </p:xfrm>
        <a:graphic>
          <a:graphicData uri="http://schemas.openxmlformats.org/drawingml/2006/table">
            <a:tbl>
              <a:tblPr>
                <a:tableStyleId>{5C22544A-7EE6-4342-B048-85BDC9FD1C3A}</a:tableStyleId>
              </a:tblPr>
              <a:tblGrid>
                <a:gridCol w="2237217">
                  <a:extLst>
                    <a:ext uri="{9D8B030D-6E8A-4147-A177-3AD203B41FA5}">
                      <a16:colId xmlns:a16="http://schemas.microsoft.com/office/drawing/2014/main" val="1529044025"/>
                    </a:ext>
                  </a:extLst>
                </a:gridCol>
                <a:gridCol w="621978">
                  <a:extLst>
                    <a:ext uri="{9D8B030D-6E8A-4147-A177-3AD203B41FA5}">
                      <a16:colId xmlns:a16="http://schemas.microsoft.com/office/drawing/2014/main" val="259182328"/>
                    </a:ext>
                  </a:extLst>
                </a:gridCol>
                <a:gridCol w="609285">
                  <a:extLst>
                    <a:ext uri="{9D8B030D-6E8A-4147-A177-3AD203B41FA5}">
                      <a16:colId xmlns:a16="http://schemas.microsoft.com/office/drawing/2014/main" val="3347090484"/>
                    </a:ext>
                  </a:extLst>
                </a:gridCol>
                <a:gridCol w="114241">
                  <a:extLst>
                    <a:ext uri="{9D8B030D-6E8A-4147-A177-3AD203B41FA5}">
                      <a16:colId xmlns:a16="http://schemas.microsoft.com/office/drawing/2014/main" val="4177344884"/>
                    </a:ext>
                  </a:extLst>
                </a:gridCol>
                <a:gridCol w="609285">
                  <a:extLst>
                    <a:ext uri="{9D8B030D-6E8A-4147-A177-3AD203B41FA5}">
                      <a16:colId xmlns:a16="http://schemas.microsoft.com/office/drawing/2014/main" val="3928700073"/>
                    </a:ext>
                  </a:extLst>
                </a:gridCol>
                <a:gridCol w="609285">
                  <a:extLst>
                    <a:ext uri="{9D8B030D-6E8A-4147-A177-3AD203B41FA5}">
                      <a16:colId xmlns:a16="http://schemas.microsoft.com/office/drawing/2014/main" val="2873807466"/>
                    </a:ext>
                  </a:extLst>
                </a:gridCol>
                <a:gridCol w="114241">
                  <a:extLst>
                    <a:ext uri="{9D8B030D-6E8A-4147-A177-3AD203B41FA5}">
                      <a16:colId xmlns:a16="http://schemas.microsoft.com/office/drawing/2014/main" val="89622831"/>
                    </a:ext>
                  </a:extLst>
                </a:gridCol>
                <a:gridCol w="609285">
                  <a:extLst>
                    <a:ext uri="{9D8B030D-6E8A-4147-A177-3AD203B41FA5}">
                      <a16:colId xmlns:a16="http://schemas.microsoft.com/office/drawing/2014/main" val="1364045336"/>
                    </a:ext>
                  </a:extLst>
                </a:gridCol>
                <a:gridCol w="609285">
                  <a:extLst>
                    <a:ext uri="{9D8B030D-6E8A-4147-A177-3AD203B41FA5}">
                      <a16:colId xmlns:a16="http://schemas.microsoft.com/office/drawing/2014/main" val="3166903469"/>
                    </a:ext>
                  </a:extLst>
                </a:gridCol>
              </a:tblGrid>
              <a:tr h="161925">
                <a:tc>
                  <a:txBody>
                    <a:bodyPr/>
                    <a:lstStyle/>
                    <a:p>
                      <a:pPr algn="l" fontAlgn="t"/>
                      <a:r>
                        <a:rPr lang="ru-RU" sz="1000" u="none" strike="noStrike" dirty="0">
                          <a:effectLst/>
                        </a:rPr>
                        <a:t>Пример 3</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Июль</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Август</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8">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0711848"/>
                  </a:ext>
                </a:extLst>
              </a:tr>
              <a:tr h="161925">
                <a:tc>
                  <a:txBody>
                    <a:bodyPr/>
                    <a:lstStyle/>
                    <a:p>
                      <a:pPr algn="l" fontAlgn="t"/>
                      <a:r>
                        <a:rPr lang="ru-RU" sz="1000" u="none" strike="noStrike">
                          <a:effectLst/>
                        </a:rPr>
                        <a:t>МТР</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4626321"/>
                  </a:ext>
                </a:extLst>
              </a:tr>
              <a:tr h="161925">
                <a:tc>
                  <a:txBody>
                    <a:bodyPr/>
                    <a:lstStyle/>
                    <a:p>
                      <a:pPr algn="l" fontAlgn="t"/>
                      <a:r>
                        <a:rPr lang="ru-RU" sz="1000" u="none" strike="noStrike">
                          <a:effectLst/>
                        </a:rPr>
                        <a:t>ХСП</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2740064"/>
                  </a:ext>
                </a:extLst>
              </a:tr>
              <a:tr h="161925">
                <a:tc>
                  <a:txBody>
                    <a:bodyPr/>
                    <a:lstStyle/>
                    <a:p>
                      <a:pPr algn="l" fontAlgn="t"/>
                      <a:r>
                        <a:rPr lang="ru-RU" sz="1000" u="none" strike="noStrike" dirty="0">
                          <a:effectLst/>
                        </a:rPr>
                        <a:t>УСО с/ф</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3032889"/>
                  </a:ext>
                </a:extLst>
              </a:tr>
              <a:tr h="161925">
                <a:tc>
                  <a:txBody>
                    <a:bodyPr/>
                    <a:lstStyle/>
                    <a:p>
                      <a:pPr algn="l" fontAlgn="t"/>
                      <a:r>
                        <a:rPr lang="ru-RU" sz="1000" u="none" strike="noStrike">
                          <a:effectLst/>
                        </a:rPr>
                        <a:t>Дата ТЗКР</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 </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8856633"/>
                  </a:ext>
                </a:extLst>
              </a:tr>
              <a:tr h="161925">
                <a:tc>
                  <a:txBody>
                    <a:bodyPr/>
                    <a:lstStyle/>
                    <a:p>
                      <a:pPr algn="l" fontAlgn="t"/>
                      <a:r>
                        <a:rPr lang="ru-RU" sz="1000" u="none" strike="noStrike">
                          <a:effectLst/>
                        </a:rPr>
                        <a:t>Дата ПРСЗ</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 </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b="1" u="none" strike="noStrike" dirty="0">
                          <a:solidFill>
                            <a:srgbClr val="FF0000"/>
                          </a:solidFill>
                          <a:effectLst/>
                        </a:rPr>
                        <a:t>+</a:t>
                      </a:r>
                      <a:endParaRPr lang="ru-RU" sz="1000" b="1" i="0" u="none" strike="noStrike" dirty="0">
                        <a:solidFill>
                          <a:srgbClr val="FF0000"/>
                        </a:solidFill>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1847528"/>
                  </a:ext>
                </a:extLst>
              </a:tr>
              <a:tr h="161925">
                <a:tc>
                  <a:txBody>
                    <a:bodyPr/>
                    <a:lstStyle/>
                    <a:p>
                      <a:pPr algn="l" fontAlgn="t"/>
                      <a:r>
                        <a:rPr lang="ru-RU" sz="1000" u="none" strike="noStrike" dirty="0">
                          <a:effectLst/>
                        </a:rPr>
                        <a:t>Период выставления выручки открыт</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dirty="0">
                          <a:effectLst/>
                        </a:rPr>
                        <a:t> </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b="1" u="none" strike="noStrike" dirty="0">
                          <a:solidFill>
                            <a:srgbClr val="FF0000"/>
                          </a:solidFill>
                          <a:effectLst/>
                        </a:rPr>
                        <a:t>+</a:t>
                      </a:r>
                      <a:endParaRPr lang="ru-RU" sz="1000" b="1" i="0" u="none" strike="noStrike" dirty="0">
                        <a:solidFill>
                          <a:srgbClr val="FF0000"/>
                        </a:solidFill>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452087"/>
                  </a:ext>
                </a:extLst>
              </a:tr>
              <a:tr h="161925">
                <a:tc>
                  <a:txBody>
                    <a:bodyPr/>
                    <a:lstStyle/>
                    <a:p>
                      <a:pPr algn="l" fontAlgn="t"/>
                      <a:r>
                        <a:rPr lang="ru-RU" sz="1000" u="none" strike="noStrike" dirty="0">
                          <a:effectLst/>
                        </a:rPr>
                        <a:t>Пульт по выручке</a:t>
                      </a:r>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 </a:t>
                      </a:r>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r>
                        <a:rPr lang="ru-RU" sz="1000" u="none" strike="noStrike">
                          <a:effectLst/>
                        </a:rPr>
                        <a:t>+</a:t>
                      </a:r>
                      <a:endParaRPr lang="ru-RU" sz="1000" b="1" i="0" u="none" strike="noStrike">
                        <a:solidFill>
                          <a:srgbClr val="FF0000"/>
                        </a:solidFill>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t"/>
                      <a:endParaRPr lang="ru-RU" sz="1000" b="0" i="0" u="none" strike="noStrike" dirty="0">
                        <a:effectLst/>
                        <a:latin typeface="Arial" panose="020B060402020202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5700704"/>
                  </a:ext>
                </a:extLst>
              </a:tr>
            </a:tbl>
          </a:graphicData>
        </a:graphic>
      </p:graphicFrame>
      <p:sp>
        <p:nvSpPr>
          <p:cNvPr id="16" name="Скругленный прямоугольник 14">
            <a:extLst>
              <a:ext uri="{FF2B5EF4-FFF2-40B4-BE49-F238E27FC236}">
                <a16:creationId xmlns:a16="http://schemas.microsoft.com/office/drawing/2014/main" id="{966FCF05-7CCC-4B3D-9B52-A5D714821446}"/>
              </a:ext>
            </a:extLst>
          </p:cNvPr>
          <p:cNvSpPr/>
          <p:nvPr/>
        </p:nvSpPr>
        <p:spPr>
          <a:xfrm>
            <a:off x="540350" y="2959394"/>
            <a:ext cx="9746650" cy="400110"/>
          </a:xfrm>
          <a:prstGeom prst="roundRect">
            <a:avLst/>
          </a:prstGeom>
          <a:solidFill>
            <a:srgbClr val="98DADE"/>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ru-RU" sz="1600" b="1" dirty="0">
                <a:solidFill>
                  <a:schemeClr val="tx1"/>
                </a:solidFill>
              </a:rPr>
              <a:t>Отнесение затрат к периоду выставления выручки август. Некорректные проводки МТР/УСО/ХСП</a:t>
            </a:r>
          </a:p>
        </p:txBody>
      </p:sp>
      <p:sp>
        <p:nvSpPr>
          <p:cNvPr id="17" name="Скругленный прямоугольник 14">
            <a:extLst>
              <a:ext uri="{FF2B5EF4-FFF2-40B4-BE49-F238E27FC236}">
                <a16:creationId xmlns:a16="http://schemas.microsoft.com/office/drawing/2014/main" id="{C8FBD690-3E81-4FB3-8D3D-FF68F2AEC1BB}"/>
              </a:ext>
            </a:extLst>
          </p:cNvPr>
          <p:cNvSpPr/>
          <p:nvPr/>
        </p:nvSpPr>
        <p:spPr>
          <a:xfrm>
            <a:off x="540350" y="4953352"/>
            <a:ext cx="9746650" cy="400110"/>
          </a:xfrm>
          <a:prstGeom prst="roundRect">
            <a:avLst/>
          </a:prstGeom>
          <a:solidFill>
            <a:srgbClr val="98DADE"/>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ru-RU" sz="1600" b="1" dirty="0">
                <a:solidFill>
                  <a:schemeClr val="tx1"/>
                </a:solidFill>
              </a:rPr>
              <a:t>Отнесение затрат к периоду выставления выручки август. Период июля закрыт</a:t>
            </a:r>
          </a:p>
        </p:txBody>
      </p:sp>
    </p:spTree>
    <p:extLst>
      <p:ext uri="{BB962C8B-B14F-4D97-AF65-F5344CB8AC3E}">
        <p14:creationId xmlns:p14="http://schemas.microsoft.com/office/powerpoint/2010/main" val="133992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35532" name="Слайд think-cell" r:id="rId5" imgW="347" imgH="348" progId="TCLayout.ActiveDocument.1">
                  <p:embed/>
                </p:oleObj>
              </mc:Choice>
              <mc:Fallback>
                <p:oleObj name="Слайд think-cell" r:id="rId5" imgW="347" imgH="348" progId="TCLayout.ActiveDocument.1">
                  <p:embed/>
                  <p:pic>
                    <p:nvPicPr>
                      <p:cNvPr id="5" name="think-cell data - do not delete"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Заголовок 1"/>
          <p:cNvSpPr>
            <a:spLocks noGrp="1"/>
          </p:cNvSpPr>
          <p:nvPr>
            <p:ph type="title"/>
          </p:nvPr>
        </p:nvSpPr>
        <p:spPr/>
        <p:txBody>
          <a:bodyPr vert="horz"/>
          <a:lstStyle/>
          <a:p>
            <a:r>
              <a:rPr lang="ru-RU" dirty="0"/>
              <a:t>Сценарии контроля закрытия</a:t>
            </a:r>
          </a:p>
        </p:txBody>
      </p:sp>
      <p:sp>
        <p:nvSpPr>
          <p:cNvPr id="4" name="Прямоугольник 3"/>
          <p:cNvSpPr/>
          <p:nvPr/>
        </p:nvSpPr>
        <p:spPr>
          <a:xfrm>
            <a:off x="540350" y="495799"/>
            <a:ext cx="8719310" cy="400110"/>
          </a:xfrm>
          <a:prstGeom prst="rect">
            <a:avLst/>
          </a:prstGeom>
        </p:spPr>
        <p:txBody>
          <a:bodyPr wrap="none">
            <a:spAutoFit/>
          </a:bodyPr>
          <a:lstStyle/>
          <a:p>
            <a:r>
              <a:rPr lang="ru-RU" sz="2000" dirty="0">
                <a:latin typeface="Arial" panose="020B0604020202020204" pitchFamily="34" charset="0"/>
                <a:cs typeface="Arial" panose="020B0604020202020204" pitchFamily="34" charset="0"/>
              </a:rPr>
              <a:t>Отнесение затрат по заказам ТОРО для периода выставления выручки</a:t>
            </a:r>
          </a:p>
        </p:txBody>
      </p:sp>
      <p:pic>
        <p:nvPicPr>
          <p:cNvPr id="6" name="Рисунок 5">
            <a:extLst>
              <a:ext uri="{FF2B5EF4-FFF2-40B4-BE49-F238E27FC236}">
                <a16:creationId xmlns:a16="http://schemas.microsoft.com/office/drawing/2014/main" id="{27018BF0-3966-477D-A81C-D5BC5D55AF8D}"/>
              </a:ext>
            </a:extLst>
          </p:cNvPr>
          <p:cNvPicPr>
            <a:picLocks noChangeAspect="1"/>
          </p:cNvPicPr>
          <p:nvPr/>
        </p:nvPicPr>
        <p:blipFill>
          <a:blip r:embed="rId7"/>
          <a:stretch>
            <a:fillRect/>
          </a:stretch>
        </p:blipFill>
        <p:spPr>
          <a:xfrm>
            <a:off x="0" y="1086390"/>
            <a:ext cx="12192000" cy="5275811"/>
          </a:xfrm>
          <a:prstGeom prst="rect">
            <a:avLst/>
          </a:prstGeom>
        </p:spPr>
      </p:pic>
    </p:spTree>
    <p:extLst>
      <p:ext uri="{BB962C8B-B14F-4D97-AF65-F5344CB8AC3E}">
        <p14:creationId xmlns:p14="http://schemas.microsoft.com/office/powerpoint/2010/main" val="1515799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Объект 3" hidden="1">
            <a:extLst>
              <a:ext uri="{FF2B5EF4-FFF2-40B4-BE49-F238E27FC236}">
                <a16:creationId xmlns:a16="http://schemas.microsoft.com/office/drawing/2014/main" id="{C379B150-6A40-4C78-9502-FA1312F49E21}"/>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39623" name="Слайд think-cell" r:id="rId4" imgW="347" imgH="348" progId="TCLayout.ActiveDocument.1">
                  <p:embed/>
                </p:oleObj>
              </mc:Choice>
              <mc:Fallback>
                <p:oleObj name="Слайд think-cell" r:id="rId4" imgW="347" imgH="348" progId="TCLayout.ActiveDocument.1">
                  <p:embed/>
                  <p:pic>
                    <p:nvPicPr>
                      <p:cNvPr id="4" name="Объект 3" hidden="1">
                        <a:extLst>
                          <a:ext uri="{FF2B5EF4-FFF2-40B4-BE49-F238E27FC236}">
                            <a16:creationId xmlns:a16="http://schemas.microsoft.com/office/drawing/2014/main" id="{C379B150-6A40-4C78-9502-FA1312F49E2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5" name="Рисунок 4">
            <a:extLst>
              <a:ext uri="{FF2B5EF4-FFF2-40B4-BE49-F238E27FC236}">
                <a16:creationId xmlns:a16="http://schemas.microsoft.com/office/drawing/2014/main" id="{F7127161-C50C-4058-A58E-6DCEBBC5696F}"/>
              </a:ext>
            </a:extLst>
          </p:cNvPr>
          <p:cNvPicPr>
            <a:picLocks noChangeAspect="1"/>
          </p:cNvPicPr>
          <p:nvPr/>
        </p:nvPicPr>
        <p:blipFill>
          <a:blip r:embed="rId6"/>
          <a:stretch>
            <a:fillRect/>
          </a:stretch>
        </p:blipFill>
        <p:spPr>
          <a:xfrm>
            <a:off x="0" y="1774686"/>
            <a:ext cx="12192000" cy="1044658"/>
          </a:xfrm>
          <a:prstGeom prst="rect">
            <a:avLst/>
          </a:prstGeom>
        </p:spPr>
      </p:pic>
      <p:pic>
        <p:nvPicPr>
          <p:cNvPr id="7" name="Рисунок 6">
            <a:extLst>
              <a:ext uri="{FF2B5EF4-FFF2-40B4-BE49-F238E27FC236}">
                <a16:creationId xmlns:a16="http://schemas.microsoft.com/office/drawing/2014/main" id="{46144BF8-276D-4100-8CA0-66FEE5E7A9C5}"/>
              </a:ext>
            </a:extLst>
          </p:cNvPr>
          <p:cNvPicPr>
            <a:picLocks noChangeAspect="1"/>
          </p:cNvPicPr>
          <p:nvPr/>
        </p:nvPicPr>
        <p:blipFill>
          <a:blip r:embed="rId7"/>
          <a:stretch>
            <a:fillRect/>
          </a:stretch>
        </p:blipFill>
        <p:spPr>
          <a:xfrm>
            <a:off x="0" y="231012"/>
            <a:ext cx="12192000" cy="1098320"/>
          </a:xfrm>
          <a:prstGeom prst="rect">
            <a:avLst/>
          </a:prstGeom>
        </p:spPr>
      </p:pic>
      <p:pic>
        <p:nvPicPr>
          <p:cNvPr id="10" name="Рисунок 9">
            <a:extLst>
              <a:ext uri="{FF2B5EF4-FFF2-40B4-BE49-F238E27FC236}">
                <a16:creationId xmlns:a16="http://schemas.microsoft.com/office/drawing/2014/main" id="{FB6E563D-5C18-471F-8C01-5A68053970CF}"/>
              </a:ext>
            </a:extLst>
          </p:cNvPr>
          <p:cNvPicPr>
            <a:picLocks noChangeAspect="1"/>
          </p:cNvPicPr>
          <p:nvPr/>
        </p:nvPicPr>
        <p:blipFill rotWithShape="1">
          <a:blip r:embed="rId8"/>
          <a:srcRect b="37262"/>
          <a:stretch/>
        </p:blipFill>
        <p:spPr>
          <a:xfrm>
            <a:off x="0" y="3146199"/>
            <a:ext cx="5405437" cy="2546422"/>
          </a:xfrm>
          <a:prstGeom prst="rect">
            <a:avLst/>
          </a:prstGeom>
        </p:spPr>
      </p:pic>
      <p:pic>
        <p:nvPicPr>
          <p:cNvPr id="13" name="Рисунок 12">
            <a:extLst>
              <a:ext uri="{FF2B5EF4-FFF2-40B4-BE49-F238E27FC236}">
                <a16:creationId xmlns:a16="http://schemas.microsoft.com/office/drawing/2014/main" id="{9CEB4839-A5DE-4E6B-8ECA-EAC71B9EBCF9}"/>
              </a:ext>
            </a:extLst>
          </p:cNvPr>
          <p:cNvPicPr>
            <a:picLocks noChangeAspect="1"/>
          </p:cNvPicPr>
          <p:nvPr/>
        </p:nvPicPr>
        <p:blipFill>
          <a:blip r:embed="rId9"/>
          <a:stretch>
            <a:fillRect/>
          </a:stretch>
        </p:blipFill>
        <p:spPr>
          <a:xfrm>
            <a:off x="5784735" y="3146199"/>
            <a:ext cx="5392852" cy="2535962"/>
          </a:xfrm>
          <a:prstGeom prst="rect">
            <a:avLst/>
          </a:prstGeom>
        </p:spPr>
      </p:pic>
      <p:sp>
        <p:nvSpPr>
          <p:cNvPr id="9" name="Прямоугольник 8">
            <a:extLst>
              <a:ext uri="{FF2B5EF4-FFF2-40B4-BE49-F238E27FC236}">
                <a16:creationId xmlns:a16="http://schemas.microsoft.com/office/drawing/2014/main" id="{B8731737-9D94-445C-9884-14DA91500020}"/>
              </a:ext>
            </a:extLst>
          </p:cNvPr>
          <p:cNvSpPr/>
          <p:nvPr/>
        </p:nvSpPr>
        <p:spPr>
          <a:xfrm>
            <a:off x="5962650" y="2154842"/>
            <a:ext cx="1228725" cy="512157"/>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Прямоугольник 15">
            <a:extLst>
              <a:ext uri="{FF2B5EF4-FFF2-40B4-BE49-F238E27FC236}">
                <a16:creationId xmlns:a16="http://schemas.microsoft.com/office/drawing/2014/main" id="{B1E1D827-1311-473B-A1CC-3C3F3A2ECBF3}"/>
              </a:ext>
            </a:extLst>
          </p:cNvPr>
          <p:cNvSpPr/>
          <p:nvPr/>
        </p:nvSpPr>
        <p:spPr>
          <a:xfrm>
            <a:off x="4061422" y="623677"/>
            <a:ext cx="6712202" cy="50800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883504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p:cNvGraphicFramePr>
            <a:graphicFrameLocks noChangeAspect="1"/>
          </p:cNvGraphicFramePr>
          <p:nvPr>
            <p:custDataLst>
              <p:tags r:id="rId2"/>
            </p:custDataLst>
            <p:extLst>
              <p:ext uri="{D42A27DB-BD31-4B8C-83A1-F6EECF244321}">
                <p14:modId xmlns:p14="http://schemas.microsoft.com/office/powerpoint/2010/main" val="40524167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40647" name="Слайд think-cell" r:id="rId5" imgW="347" imgH="348" progId="TCLayout.ActiveDocument.1">
                  <p:embed/>
                </p:oleObj>
              </mc:Choice>
              <mc:Fallback>
                <p:oleObj name="Слайд think-cell" r:id="rId5" imgW="347" imgH="348" progId="TCLayout.ActiveDocument.1">
                  <p:embed/>
                  <p:pic>
                    <p:nvPicPr>
                      <p:cNvPr id="5" name="think-cell data - do not delete"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Заголовок 1"/>
          <p:cNvSpPr>
            <a:spLocks noGrp="1"/>
          </p:cNvSpPr>
          <p:nvPr>
            <p:ph type="title"/>
          </p:nvPr>
        </p:nvSpPr>
        <p:spPr/>
        <p:txBody>
          <a:bodyPr vert="horz"/>
          <a:lstStyle/>
          <a:p>
            <a:r>
              <a:rPr lang="ru-RU" dirty="0"/>
              <a:t>Итоги совещания</a:t>
            </a:r>
          </a:p>
        </p:txBody>
      </p:sp>
      <p:sp>
        <p:nvSpPr>
          <p:cNvPr id="4" name="Прямоугольник 3"/>
          <p:cNvSpPr/>
          <p:nvPr/>
        </p:nvSpPr>
        <p:spPr>
          <a:xfrm>
            <a:off x="540350" y="495799"/>
            <a:ext cx="269626" cy="400110"/>
          </a:xfrm>
          <a:prstGeom prst="rect">
            <a:avLst/>
          </a:prstGeom>
        </p:spPr>
        <p:txBody>
          <a:bodyPr wrap="none">
            <a:spAutoFit/>
          </a:bodyPr>
          <a:lstStyle/>
          <a:p>
            <a:r>
              <a:rPr lang="ru-RU" sz="2000" dirty="0">
                <a:latin typeface="Arial" panose="020B0604020202020204" pitchFamily="34" charset="0"/>
                <a:cs typeface="Arial" panose="020B0604020202020204" pitchFamily="34" charset="0"/>
              </a:rPr>
              <a:t>-</a:t>
            </a:r>
          </a:p>
        </p:txBody>
      </p:sp>
      <p:sp>
        <p:nvSpPr>
          <p:cNvPr id="3" name="Скругленный прямоугольник 2"/>
          <p:cNvSpPr/>
          <p:nvPr/>
        </p:nvSpPr>
        <p:spPr>
          <a:xfrm>
            <a:off x="540350" y="985968"/>
            <a:ext cx="11111300" cy="1187816"/>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t"/>
          <a:lstStyle/>
          <a:p>
            <a:r>
              <a:rPr lang="ru-RU" sz="1600" dirty="0">
                <a:solidFill>
                  <a:schemeClr val="tx1"/>
                </a:solidFill>
              </a:rPr>
              <a:t>Пошаговый контроль внутри месяца и в период закрытия?</a:t>
            </a:r>
          </a:p>
          <a:p>
            <a:r>
              <a:rPr lang="ru-RU" sz="1600" dirty="0">
                <a:solidFill>
                  <a:schemeClr val="tx1"/>
                </a:solidFill>
              </a:rPr>
              <a:t>Ответственные за проведение контроля?</a:t>
            </a:r>
          </a:p>
        </p:txBody>
      </p:sp>
      <p:sp>
        <p:nvSpPr>
          <p:cNvPr id="14" name="Скругленный прямоугольник 13"/>
          <p:cNvSpPr/>
          <p:nvPr/>
        </p:nvSpPr>
        <p:spPr>
          <a:xfrm>
            <a:off x="540352" y="2284750"/>
            <a:ext cx="5471375" cy="4273365"/>
          </a:xfrm>
          <a:prstGeom prst="roundRect">
            <a:avLst>
              <a:gd name="adj" fmla="val 6551"/>
            </a:avLst>
          </a:prstGeom>
          <a:solidFill>
            <a:srgbClr val="7AEDB4"/>
          </a:solidFill>
        </p:spPr>
        <p:style>
          <a:lnRef idx="2">
            <a:schemeClr val="accent6">
              <a:shade val="50000"/>
            </a:schemeClr>
          </a:lnRef>
          <a:fillRef idx="1">
            <a:schemeClr val="accent6"/>
          </a:fillRef>
          <a:effectRef idx="0">
            <a:schemeClr val="accent6"/>
          </a:effectRef>
          <a:fontRef idx="minor">
            <a:schemeClr val="lt1"/>
          </a:fontRef>
        </p:style>
        <p:txBody>
          <a:bodyPr rtlCol="0" anchor="t"/>
          <a:lstStyle/>
          <a:p>
            <a:pPr marL="285750" indent="-285750">
              <a:buFontTx/>
              <a:buChar char="-"/>
            </a:pPr>
            <a:endParaRPr lang="ru-RU" sz="1600" dirty="0">
              <a:solidFill>
                <a:schemeClr val="tx1"/>
              </a:solidFill>
            </a:endParaRPr>
          </a:p>
          <a:p>
            <a:pPr marL="285750" indent="-285750">
              <a:buFontTx/>
              <a:buChar char="-"/>
            </a:pPr>
            <a:r>
              <a:rPr lang="ru-RU" sz="1600" dirty="0">
                <a:solidFill>
                  <a:schemeClr val="tx1"/>
                </a:solidFill>
              </a:rPr>
              <a:t>Перечень шагов по закрытию для каждого специалиста</a:t>
            </a:r>
          </a:p>
          <a:p>
            <a:pPr marL="285750" indent="-285750">
              <a:buFontTx/>
              <a:buChar char="-"/>
            </a:pPr>
            <a:r>
              <a:rPr lang="ru-RU" sz="1600" dirty="0">
                <a:solidFill>
                  <a:schemeClr val="tx1"/>
                </a:solidFill>
              </a:rPr>
              <a:t>Чек-лист для контроля завершенных работ</a:t>
            </a:r>
          </a:p>
          <a:p>
            <a:pPr marL="285750" indent="-285750">
              <a:buFontTx/>
              <a:buChar char="-"/>
            </a:pPr>
            <a:r>
              <a:rPr lang="ru-RU" sz="1600" dirty="0">
                <a:solidFill>
                  <a:schemeClr val="tx1"/>
                </a:solidFill>
              </a:rPr>
              <a:t>КПЭ для техников по закрытию?</a:t>
            </a:r>
          </a:p>
          <a:p>
            <a:pPr marL="285750" indent="-285750">
              <a:buFontTx/>
              <a:buChar char="-"/>
            </a:pPr>
            <a:r>
              <a:rPr lang="ru-RU" sz="1600" dirty="0">
                <a:solidFill>
                  <a:schemeClr val="tx1"/>
                </a:solidFill>
              </a:rPr>
              <a:t>КПЭ для механиков по своевременному возврату выполненных наряд-заданий?</a:t>
            </a:r>
          </a:p>
          <a:p>
            <a:pPr marL="285750" indent="-285750">
              <a:buFontTx/>
              <a:buChar char="-"/>
            </a:pPr>
            <a:endParaRPr lang="ru-RU" sz="1600" dirty="0">
              <a:solidFill>
                <a:schemeClr val="tx1"/>
              </a:solidFill>
            </a:endParaRPr>
          </a:p>
        </p:txBody>
      </p:sp>
    </p:spTree>
    <p:extLst>
      <p:ext uri="{BB962C8B-B14F-4D97-AF65-F5344CB8AC3E}">
        <p14:creationId xmlns:p14="http://schemas.microsoft.com/office/powerpoint/2010/main" val="3974361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Внутренние слайды">
  <a:themeElements>
    <a:clrScheme name="Полюс">
      <a:dk1>
        <a:srgbClr val="000000"/>
      </a:dk1>
      <a:lt1>
        <a:srgbClr val="FFFFFF"/>
      </a:lt1>
      <a:dk2>
        <a:srgbClr val="44546A"/>
      </a:dk2>
      <a:lt2>
        <a:srgbClr val="E7E6E6"/>
      </a:lt2>
      <a:accent1>
        <a:srgbClr val="9164CC"/>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Тема Office">
  <a:themeElements>
    <a:clrScheme name="Другая 2">
      <a:dk1>
        <a:srgbClr val="2A3138"/>
      </a:dk1>
      <a:lt1>
        <a:srgbClr val="FFFFFF"/>
      </a:lt1>
      <a:dk2>
        <a:srgbClr val="2A3138"/>
      </a:dk2>
      <a:lt2>
        <a:srgbClr val="E7E6E6"/>
      </a:lt2>
      <a:accent1>
        <a:srgbClr val="7AEDB4"/>
      </a:accent1>
      <a:accent2>
        <a:srgbClr val="80868B"/>
      </a:accent2>
      <a:accent3>
        <a:srgbClr val="D8D8D8"/>
      </a:accent3>
      <a:accent4>
        <a:srgbClr val="F5F5F5"/>
      </a:accent4>
      <a:accent5>
        <a:srgbClr val="2A3138"/>
      </a:accent5>
      <a:accent6>
        <a:srgbClr val="B3BDDC"/>
      </a:accent6>
      <a:hlink>
        <a:srgbClr val="B668E4"/>
      </a:hlink>
      <a:folHlink>
        <a:srgbClr val="7E83FA"/>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53345</TotalTime>
  <Words>1320</Words>
  <Application>Microsoft Office PowerPoint</Application>
  <PresentationFormat>Широкоэкранный</PresentationFormat>
  <Paragraphs>191</Paragraphs>
  <Slides>11</Slides>
  <Notes>10</Notes>
  <HiddenSlides>0</HiddenSlides>
  <MMClips>0</MMClips>
  <ScaleCrop>false</ScaleCrop>
  <HeadingPairs>
    <vt:vector size="8" baseType="variant">
      <vt:variant>
        <vt:lpstr>Использованные шрифты</vt:lpstr>
      </vt:variant>
      <vt:variant>
        <vt:i4>4</vt:i4>
      </vt:variant>
      <vt:variant>
        <vt:lpstr>Тема</vt:lpstr>
      </vt:variant>
      <vt:variant>
        <vt:i4>2</vt:i4>
      </vt:variant>
      <vt:variant>
        <vt:lpstr>Внедренные серверы OLE</vt:lpstr>
      </vt:variant>
      <vt:variant>
        <vt:i4>1</vt:i4>
      </vt:variant>
      <vt:variant>
        <vt:lpstr>Заголовки слайдов</vt:lpstr>
      </vt:variant>
      <vt:variant>
        <vt:i4>11</vt:i4>
      </vt:variant>
    </vt:vector>
  </HeadingPairs>
  <TitlesOfParts>
    <vt:vector size="18" baseType="lpstr">
      <vt:lpstr>Aeonik Pro TRIAL</vt:lpstr>
      <vt:lpstr>Arial</vt:lpstr>
      <vt:lpstr>Calibri</vt:lpstr>
      <vt:lpstr>Calibri Light</vt:lpstr>
      <vt:lpstr>Внутренние слайды</vt:lpstr>
      <vt:lpstr>1_Тема Office</vt:lpstr>
      <vt:lpstr>Слайд think-cell</vt:lpstr>
      <vt:lpstr>Сценарии контроля закрытия</vt:lpstr>
      <vt:lpstr>Сценарии контроля закрытия</vt:lpstr>
      <vt:lpstr>Сценарии контроля закрытия</vt:lpstr>
      <vt:lpstr>Сценарии контроля закрытия</vt:lpstr>
      <vt:lpstr>Сценарии контроля закрытия</vt:lpstr>
      <vt:lpstr>Сценарии контроля закрытия</vt:lpstr>
      <vt:lpstr>Сценарии контроля закрытия</vt:lpstr>
      <vt:lpstr>Сценарии контроля закрытия</vt:lpstr>
      <vt:lpstr>Сценарии контроля закрытия</vt:lpstr>
      <vt:lpstr>Презентация PowerPoint</vt:lpstr>
      <vt:lpstr>Итоги совещания</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Алина Дмитриева</dc:creator>
  <cp:lastModifiedBy>Смыслов Александр Геннадиевич</cp:lastModifiedBy>
  <cp:revision>341</cp:revision>
  <dcterms:created xsi:type="dcterms:W3CDTF">2024-03-15T09:02:38Z</dcterms:created>
  <dcterms:modified xsi:type="dcterms:W3CDTF">2025-08-18T09:55:37Z</dcterms:modified>
</cp:coreProperties>
</file>