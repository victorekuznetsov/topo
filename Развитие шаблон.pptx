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80" r:id="rId3"/>
    <p:sldId id="281" r:id="rId4"/>
    <p:sldId id="268" r:id="rId5"/>
    <p:sldId id="266" r:id="rId6"/>
  </p:sldIdLst>
  <p:sldSz cx="12192000" cy="6858000"/>
  <p:notesSz cx="6858000" cy="9144000"/>
  <p:custDataLst>
    <p:tags r:id="rId8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BDDA"/>
    <a:srgbClr val="7E83FA"/>
    <a:srgbClr val="3EF0AF"/>
    <a:srgbClr val="293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51" d="100"/>
          <a:sy n="151" d="100"/>
        </p:scale>
        <p:origin x="1200" y="1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227-4480-BA13-F89A58F6CDB8}"/>
              </c:ext>
            </c:extLst>
          </c:dPt>
          <c:dPt>
            <c:idx val="1"/>
            <c:bubble3D val="0"/>
            <c:spPr>
              <a:solidFill>
                <a:srgbClr val="80868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5A5-4AF8-ACCE-CD53EE6A57AA}"/>
              </c:ext>
            </c:extLst>
          </c:dPt>
          <c:dPt>
            <c:idx val="2"/>
            <c:bubble3D val="0"/>
            <c:spPr>
              <a:solidFill>
                <a:srgbClr val="2A313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A5-4AF8-ACCE-CD53EE6A57AA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A5-4AF8-ACCE-CD53EE6A57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Ряд 1</c:v>
                </c:pt>
                <c:pt idx="1">
                  <c:v>Ряд 2</c:v>
                </c:pt>
                <c:pt idx="2">
                  <c:v>Ряд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1.2</c:v>
                </c:pt>
                <c:pt idx="2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5-4AF8-ACCE-CD53EE6A5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00098990494936E-2"/>
          <c:y val="0.74084736627624193"/>
          <c:w val="0.89999980201900998"/>
          <c:h val="0.12201571088663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4-421E-9161-8955149836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8086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4-421E-9161-8955149836C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2A313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4-421E-9161-8955149836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3815215"/>
        <c:axId val="903813551"/>
      </c:barChart>
      <c:catAx>
        <c:axId val="90381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3551"/>
        <c:crosses val="autoZero"/>
        <c:auto val="1"/>
        <c:lblAlgn val="ctr"/>
        <c:lblOffset val="100"/>
        <c:noMultiLvlLbl val="0"/>
      </c:catAx>
      <c:valAx>
        <c:axId val="903813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612-4463-8C64-FD9AC9D14E22}"/>
              </c:ext>
            </c:extLst>
          </c:dPt>
          <c:dPt>
            <c:idx val="1"/>
            <c:bubble3D val="0"/>
            <c:spPr>
              <a:solidFill>
                <a:srgbClr val="80868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85A5-4AF8-ACCE-CD53EE6A57AA}"/>
              </c:ext>
            </c:extLst>
          </c:dPt>
          <c:dPt>
            <c:idx val="2"/>
            <c:bubble3D val="0"/>
            <c:spPr>
              <a:solidFill>
                <a:srgbClr val="2A313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A5-4AF8-ACCE-CD53EE6A57AA}"/>
              </c:ext>
            </c:extLst>
          </c:dPt>
          <c:dLbls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85A5-4AF8-ACCE-CD53EE6A57A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Ряд 1</c:v>
                </c:pt>
                <c:pt idx="1">
                  <c:v>Ряд 2</c:v>
                </c:pt>
                <c:pt idx="2">
                  <c:v>Ряд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1.2</c:v>
                </c:pt>
                <c:pt idx="2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A5-4AF8-ACCE-CD53EE6A5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0000098990494936E-2"/>
          <c:y val="0.72892241646431821"/>
          <c:w val="0.89999980201900998"/>
          <c:h val="0.122015710886634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D0D0D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Лист1!$B$2:$B$3</c:f>
              <c:numCache>
                <c:formatCode>General</c:formatCode>
                <c:ptCount val="2"/>
                <c:pt idx="0">
                  <c:v>1.1000000000000001</c:v>
                </c:pt>
                <c:pt idx="1">
                  <c:v>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A4-421E-9161-8955149836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B9BAB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Лист1!$C$2:$C$3</c:f>
              <c:numCache>
                <c:formatCode>General</c:formatCode>
                <c:ptCount val="2"/>
                <c:pt idx="0">
                  <c:v>1.2</c:v>
                </c:pt>
                <c:pt idx="1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A4-421E-9161-8955149836CC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8C8D9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Лист1!$D$2:$D$3</c:f>
              <c:numCache>
                <c:formatCode>General</c:formatCode>
                <c:ptCount val="2"/>
                <c:pt idx="0">
                  <c:v>1.3</c:v>
                </c:pt>
                <c:pt idx="1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A4-421E-9161-8955149836CC}"/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Ряд 4</c:v>
                </c:pt>
              </c:strCache>
            </c:strRef>
          </c:tx>
          <c:spPr>
            <a:solidFill>
              <a:srgbClr val="5F616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Лист1!$E$2:$E$3</c:f>
              <c:numCache>
                <c:formatCode>General</c:formatCode>
                <c:ptCount val="2"/>
                <c:pt idx="0">
                  <c:v>1.4</c:v>
                </c:pt>
                <c:pt idx="1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4B-4F39-A0AE-012FA1D16491}"/>
            </c:ext>
          </c:extLst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Ряд 5</c:v>
                </c:pt>
              </c:strCache>
            </c:strRef>
          </c:tx>
          <c:spPr>
            <a:solidFill>
              <a:srgbClr val="32343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Лист1!$F$2:$F$3</c:f>
              <c:numCache>
                <c:formatCode>General</c:formatCode>
                <c:ptCount val="2"/>
                <c:pt idx="0">
                  <c:v>1.5</c:v>
                </c:pt>
                <c:pt idx="1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4B-4F39-A0AE-012FA1D16491}"/>
            </c:ext>
          </c:extLst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Ряд 6</c:v>
                </c:pt>
              </c:strCache>
            </c:strRef>
          </c:tx>
          <c:spPr>
            <a:solidFill>
              <a:srgbClr val="3CF1A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Лист1!$A$2:$A$3</c:f>
              <c:strCache>
                <c:ptCount val="2"/>
                <c:pt idx="0">
                  <c:v>Категория 1</c:v>
                </c:pt>
                <c:pt idx="1">
                  <c:v>Категория 2</c:v>
                </c:pt>
              </c:strCache>
            </c:strRef>
          </c:cat>
          <c:val>
            <c:numRef>
              <c:f>Лист1!$G$2:$G$3</c:f>
              <c:numCache>
                <c:formatCode>General</c:formatCode>
                <c:ptCount val="2"/>
                <c:pt idx="0">
                  <c:v>1.6</c:v>
                </c:pt>
                <c:pt idx="1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C4B-4F39-A0AE-012FA1D164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3815215"/>
        <c:axId val="903813551"/>
      </c:barChart>
      <c:catAx>
        <c:axId val="903815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3551"/>
        <c:crosses val="autoZero"/>
        <c:auto val="1"/>
        <c:lblAlgn val="ctr"/>
        <c:lblOffset val="100"/>
        <c:noMultiLvlLbl val="0"/>
      </c:catAx>
      <c:valAx>
        <c:axId val="9038135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3815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cat>
            <c:strRef>
              <c:f>Лист1!$A$2:$A$6</c:f>
              <c:strCache>
                <c:ptCount val="5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  <c:pt idx="3">
                  <c:v>Август</c:v>
                </c:pt>
                <c:pt idx="4">
                  <c:v>Сенябрь</c:v>
                </c:pt>
              </c:strCache>
            </c:strRef>
          </c:cat>
          <c:val>
            <c:numRef>
              <c:f>Лист1!$B$2:$B$6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47-45F8-9ADC-BA838FA271CC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80868B">
                <a:alpha val="50196"/>
              </a:srgbClr>
            </a:solidFill>
            <a:ln>
              <a:noFill/>
            </a:ln>
            <a:effectLst/>
          </c:spPr>
          <c:cat>
            <c:strRef>
              <c:f>Лист1!$A$2:$A$6</c:f>
              <c:strCache>
                <c:ptCount val="5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  <c:pt idx="3">
                  <c:v>Август</c:v>
                </c:pt>
                <c:pt idx="4">
                  <c:v>Сенябрь</c:v>
                </c:pt>
              </c:strCache>
            </c:str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47-45F8-9ADC-BA838FA271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86317232"/>
        <c:axId val="1986320560"/>
      </c:areaChart>
      <c:catAx>
        <c:axId val="1986317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6320560"/>
        <c:crosses val="autoZero"/>
        <c:auto val="1"/>
        <c:lblAlgn val="ctr"/>
        <c:lblOffset val="100"/>
        <c:noMultiLvlLbl val="0"/>
      </c:catAx>
      <c:valAx>
        <c:axId val="1986320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8631723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4C-4D8F-828B-83CF970B308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ln w="28575" cap="rnd">
              <a:solidFill>
                <a:srgbClr val="80868B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4C-4D8F-828B-83CF970B308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ln w="28575" cap="rnd">
              <a:solidFill>
                <a:srgbClr val="05080E"/>
              </a:solidFill>
              <a:round/>
            </a:ln>
            <a:effectLst/>
          </c:spPr>
          <c:marker>
            <c:symbol val="none"/>
          </c:marker>
          <c:cat>
            <c:strRef>
              <c:f>Лист1!$A$2:$A$5</c:f>
              <c:strCache>
                <c:ptCount val="4"/>
                <c:pt idx="0">
                  <c:v>Май</c:v>
                </c:pt>
                <c:pt idx="1">
                  <c:v>Июн</c:v>
                </c:pt>
                <c:pt idx="2">
                  <c:v>Июл</c:v>
                </c:pt>
                <c:pt idx="3">
                  <c:v>Авг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4C-4D8F-828B-83CF970B30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434415"/>
        <c:axId val="90428175"/>
      </c:lineChart>
      <c:catAx>
        <c:axId val="904344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428175"/>
        <c:crosses val="autoZero"/>
        <c:auto val="1"/>
        <c:lblAlgn val="ctr"/>
        <c:lblOffset val="100"/>
        <c:noMultiLvlLbl val="0"/>
      </c:catAx>
      <c:valAx>
        <c:axId val="90428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0434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9BAB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31-4D14-97BD-E49ADD86C195}"/>
              </c:ext>
            </c:extLst>
          </c:dPt>
          <c:dPt>
            <c:idx val="1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5131-4D14-97BD-E49ADD86C195}"/>
              </c:ext>
            </c:extLst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31-4D14-97BD-E49ADD86C195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Столбец2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8C8D9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5131-4D14-97BD-E49ADD86C195}"/>
              </c:ext>
            </c:extLst>
          </c:dPt>
          <c:dPt>
            <c:idx val="2"/>
            <c:invertIfNegative val="0"/>
            <c:bubble3D val="0"/>
            <c:spPr>
              <a:noFill/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131-4D14-97BD-E49ADD86C195}"/>
              </c:ext>
            </c:extLst>
          </c:dPt>
          <c:dLbls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1">
                  <c:v>3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31-4D14-97BD-E49ADD86C195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Столбец3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5F616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131-4D14-97BD-E49ADD86C195}"/>
              </c:ext>
            </c:extLst>
          </c:dPt>
          <c:dLbls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131-4D14-97BD-E49ADD86C195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131-4D14-97BD-E49ADD86C1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Итого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2">
                  <c:v>3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31-4D14-97BD-E49ADD86C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0786719"/>
        <c:axId val="160789631"/>
      </c:barChart>
      <c:catAx>
        <c:axId val="1607867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0789631"/>
        <c:crosses val="autoZero"/>
        <c:auto val="1"/>
        <c:lblAlgn val="ctr"/>
        <c:lblOffset val="100"/>
        <c:noMultiLvlLbl val="0"/>
      </c:catAx>
      <c:valAx>
        <c:axId val="16078963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607867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17029236411477"/>
          <c:y val="7.0452509864360011E-2"/>
          <c:w val="0.57858539929176045"/>
          <c:h val="0.60821545860196402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D0D0D0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1-4B4B-A3A2-D1FD2382B7D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3EF0AF"/>
            </a:solidFill>
            <a:ln>
              <a:noFill/>
            </a:ln>
            <a:effectLst/>
          </c:spPr>
          <c:invertIfNegative val="0"/>
          <c:cat>
            <c:strRef>
              <c:f>Лист1!$A$2:$A$4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Лист1!$C$2:$C$4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1-4B4B-A3A2-D1FD2382B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892114528"/>
        <c:axId val="1892117856"/>
      </c:barChart>
      <c:catAx>
        <c:axId val="1892114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2117856"/>
        <c:crosses val="autoZero"/>
        <c:auto val="1"/>
        <c:lblAlgn val="ctr"/>
        <c:lblOffset val="100"/>
        <c:noMultiLvlLbl val="0"/>
      </c:catAx>
      <c:valAx>
        <c:axId val="18921178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21145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09B7-6E16-42E9-860B-AFC172AC95B4}" type="datetimeFigureOut">
              <a:rPr lang="ru-RU" smtClean="0"/>
              <a:t>20.07.2026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D6C38-6262-47DC-8176-B884F3859E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09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954F9-53B7-7C49-A641-7D2F2B820FAC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595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3954F9-53B7-7C49-A641-7D2F2B820FAC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55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svg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2.png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jpg"/><Relationship Id="rId9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3.png"/><Relationship Id="rId4" Type="http://schemas.openxmlformats.org/officeDocument/2006/relationships/image" Target="../media/image13.jpeg"/><Relationship Id="rId9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3.png"/><Relationship Id="rId4" Type="http://schemas.openxmlformats.org/officeDocument/2006/relationships/image" Target="../media/image15.jpeg"/><Relationship Id="rId9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3.png"/><Relationship Id="rId4" Type="http://schemas.openxmlformats.org/officeDocument/2006/relationships/image" Target="../media/image16.jpeg"/><Relationship Id="rId9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3.png"/><Relationship Id="rId4" Type="http://schemas.openxmlformats.org/officeDocument/2006/relationships/image" Target="../media/image17.jpeg"/><Relationship Id="rId9" Type="http://schemas.openxmlformats.org/officeDocument/2006/relationships/image" Target="../media/image9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3.png"/><Relationship Id="rId4" Type="http://schemas.openxmlformats.org/officeDocument/2006/relationships/image" Target="../media/image18.png"/><Relationship Id="rId9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3.png"/><Relationship Id="rId4" Type="http://schemas.openxmlformats.org/officeDocument/2006/relationships/image" Target="../media/image19.png"/><Relationship Id="rId9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4.png"/><Relationship Id="rId12" Type="http://schemas.openxmlformats.org/officeDocument/2006/relationships/image" Target="../media/image2.png"/><Relationship Id="rId2" Type="http://schemas.openxmlformats.org/officeDocument/2006/relationships/tags" Target="../tags/tag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.emf"/><Relationship Id="rId11" Type="http://schemas.openxmlformats.org/officeDocument/2006/relationships/image" Target="../media/image4.svg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.png"/><Relationship Id="rId4" Type="http://schemas.openxmlformats.org/officeDocument/2006/relationships/image" Target="../media/image20.png"/><Relationship Id="rId9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4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5.bin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1.png"/><Relationship Id="rId2" Type="http://schemas.openxmlformats.org/officeDocument/2006/relationships/tags" Target="../tags/tag1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6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.sv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svg"/><Relationship Id="rId2" Type="http://schemas.openxmlformats.org/officeDocument/2006/relationships/tags" Target="../tags/tag19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5A6CE9-2642-486D-A166-47D8B312C1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65918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1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17E1EA8-D672-451F-841B-75E852C3E7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608777-01C9-42F3-B597-72716079C7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8DA627-6455-420D-AE3A-0B69F748D93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DCCE8E5C-3BE7-495F-80A8-8717D99DF1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4894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2 (зеленый фон)">
    <p:bg>
      <p:bgPr>
        <a:solidFill>
          <a:srgbClr val="3EF0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8CF0ACF-A2EA-454A-B17F-84ECC23B3B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226035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8CF0ACF-A2EA-454A-B17F-84ECC23B3B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72DCBFE-BB85-C645-74EF-CA3318C479D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0E66AE3-27F3-7AFB-18F8-52F53CB8E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CB750C-4279-9189-A6DF-4E72FECDF33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0745FA4-B560-40AE-98EE-4E5317FF65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6144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45FA4-B560-40AE-98EE-4E5317FF65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0107753-9097-232B-7A76-A2A6407D0F6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6201" y="0"/>
            <a:ext cx="5248798" cy="7082716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5D360B4-4895-4A17-B046-9B85D2D9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2B0ACCEB-A904-45A3-BBD5-6CB8D19DAF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2832331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4 (Зеленый фон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DB6F5B8-2533-42E6-A268-1BE2F64C62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39843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B6F5B8-2533-42E6-A268-1BE2F64C62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F84386E-836C-12E8-6C0E-94854F3FBD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alphaModFix amt="70000"/>
          </a:blip>
          <a:srcRect t="12128" b="11026"/>
          <a:stretch/>
        </p:blipFill>
        <p:spPr>
          <a:xfrm>
            <a:off x="4016837" y="-1"/>
            <a:ext cx="6611179" cy="685800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D10B002-1184-5A11-4026-D5240358FED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00" y="430315"/>
            <a:ext cx="2464270" cy="1024163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E5E1E30-FADD-4E58-80FA-7554C20E09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73150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ru-RU" sz="6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>
              <a:lnSpc>
                <a:spcPct val="80000"/>
              </a:lnSpc>
            </a:pPr>
            <a:r>
              <a:rPr lang="ru-RU" dirty="0"/>
              <a:t>Название презентации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FD6CAC8F-7CD1-46F9-9402-CB2EEDDBBE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700" y="5753100"/>
            <a:ext cx="10731500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89305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5 (Фотофон)">
    <p:bg>
      <p:bgPr>
        <a:blipFill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BDC9A468-9338-4DAF-9034-FC5B4032A6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2463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C9A468-9338-4DAF-9034-FC5B4032A6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2472B05-73D8-DF94-126F-CD3C16C5208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0DFF97D0-0CE9-4D7C-BE16-3A9E42ED6B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1" name="Текст 3">
            <a:extLst>
              <a:ext uri="{FF2B5EF4-FFF2-40B4-BE49-F238E27FC236}">
                <a16:creationId xmlns:a16="http://schemas.microsoft.com/office/drawing/2014/main" id="{525B2515-CDCC-4650-B2A3-1F62ABF93A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</p:spTree>
    <p:extLst>
      <p:ext uri="{BB962C8B-B14F-4D97-AF65-F5344CB8AC3E}">
        <p14:creationId xmlns:p14="http://schemas.microsoft.com/office/powerpoint/2010/main" val="410136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655699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E0002C3-78CA-4088-AE48-E3BCFDB75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5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050819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1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2520806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382391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2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24324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5833919-5077-B29D-EB27-BED46CB5B64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52130B-3B96-41EC-A1D0-691C76C832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ACB43A4-714B-3497-57DF-B01CC7C828A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0DB5E7F-E9AD-4CA1-8104-6363C75D2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0A696BD2-1CCE-4B67-9173-A0FC6515DB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B232A9-C0D4-4F1B-B940-E638663183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2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64421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14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 №6 (Фотофон+цвет)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5C607AB8-F106-41C9-A280-6E3E0FD199E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48179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2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607AB8-F106-41C9-A280-6E3E0FD199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7FE4038-8DFA-490A-8270-5657C882B6C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438" y="0"/>
            <a:ext cx="12192000" cy="6858000"/>
          </a:xfrm>
          <a:prstGeom prst="rect">
            <a:avLst/>
          </a:prstGeom>
          <a:noFill/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8996011-2F7F-4B41-AE0C-E64B8B978E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572" y="0"/>
            <a:ext cx="5248798" cy="708271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15C69CA-B169-46E3-B38E-4098D3FB164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AB26F02E-71AB-44F2-B895-03D5F92D3B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00" y="2629369"/>
            <a:ext cx="10560050" cy="29566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80000"/>
              </a:lnSpc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17" name="Текст 3">
            <a:extLst>
              <a:ext uri="{FF2B5EF4-FFF2-40B4-BE49-F238E27FC236}">
                <a16:creationId xmlns:a16="http://schemas.microsoft.com/office/drawing/2014/main" id="{11FCF6EB-E008-4D91-9A37-BAFFFE389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74699" y="5753100"/>
            <a:ext cx="10560049" cy="8683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70000"/>
              </a:lnSpc>
              <a:buNone/>
              <a:defRPr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Подстрочник к названию (при наличии)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6F7B37-8F2D-4D1A-B287-D72D344953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26428" r="61191"/>
          <a:stretch/>
        </p:blipFill>
        <p:spPr>
          <a:xfrm>
            <a:off x="10682513" y="0"/>
            <a:ext cx="1509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48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Внутренний слайд №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6A53C67-CA11-427F-B20E-716016198E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798945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6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6A53C67-CA11-427F-B20E-716016198E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6D747-6178-C275-57DD-47BC7A80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4B413-8558-4E93-B00C-1EB3C7E53C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1003091"/>
            <a:ext cx="11522074" cy="563844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Текст или вставка объекта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FCF7C93-3BC0-A608-C384-13DA9076AD4F}"/>
              </a:ext>
            </a:extLst>
          </p:cNvPr>
          <p:cNvCxnSpPr/>
          <p:nvPr userDrawn="1"/>
        </p:nvCxnSpPr>
        <p:spPr>
          <a:xfrm>
            <a:off x="540350" y="928251"/>
            <a:ext cx="11111300" cy="0"/>
          </a:xfrm>
          <a:prstGeom prst="line">
            <a:avLst/>
          </a:prstGeom>
          <a:ln w="2540">
            <a:solidFill>
              <a:srgbClr val="29313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2D963E44-E4F5-4B60-AEB8-9FB14D2D26E2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758C6BCD-6966-41FE-BAEE-34266B0E9747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60C6F9B3-2727-4376-ADE1-3792E4BB3E9C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71256E4-C037-4053-818A-D3CB6EF321B0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7A8D426-65F3-4089-A286-D05F2517B3FC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542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595">
          <p15:clr>
            <a:srgbClr val="FBAE40"/>
          </p15:clr>
        </p15:guide>
        <p15:guide id="6" orient="horz" pos="417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нутренний слайд №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8C6DD5B-9D91-4B05-8AC1-7AEB464BB4D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1952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C6DD5B-9D91-4B05-8AC1-7AEB464BB4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Объект 2">
            <a:extLst>
              <a:ext uri="{FF2B5EF4-FFF2-40B4-BE49-F238E27FC236}">
                <a16:creationId xmlns:a16="http://schemas.microsoft.com/office/drawing/2014/main" id="{F10816A5-441D-93F6-A1FA-0C88FB85D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2" y="533898"/>
            <a:ext cx="11522075" cy="6061849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A9F03720-40A5-447A-9090-5D7139CE5719}"/>
              </a:ext>
            </a:extLst>
          </p:cNvPr>
          <p:cNvGrpSpPr/>
          <p:nvPr userDrawn="1"/>
        </p:nvGrpSpPr>
        <p:grpSpPr>
          <a:xfrm>
            <a:off x="11056093" y="6687315"/>
            <a:ext cx="123877" cy="123877"/>
            <a:chOff x="8664606" y="6121154"/>
            <a:chExt cx="736846" cy="736846"/>
          </a:xfrm>
        </p:grpSpPr>
        <p:sp>
          <p:nvSpPr>
            <p:cNvPr id="13" name="Овал 12">
              <a:extLst>
                <a:ext uri="{FF2B5EF4-FFF2-40B4-BE49-F238E27FC236}">
                  <a16:creationId xmlns:a16="http://schemas.microsoft.com/office/drawing/2014/main" id="{754FE2E1-F87E-4986-AAD3-B01F61C72B41}"/>
                </a:ext>
              </a:extLst>
            </p:cNvPr>
            <p:cNvSpPr/>
            <p:nvPr/>
          </p:nvSpPr>
          <p:spPr>
            <a:xfrm>
              <a:off x="8664606" y="6121154"/>
              <a:ext cx="736846" cy="736846"/>
            </a:xfrm>
            <a:prstGeom prst="ellipse">
              <a:avLst/>
            </a:prstGeom>
            <a:solidFill>
              <a:srgbClr val="3CF2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4C1B39BE-8EA7-40DD-8745-4C9FC549025D}"/>
                </a:ext>
              </a:extLst>
            </p:cNvPr>
            <p:cNvSpPr/>
            <p:nvPr/>
          </p:nvSpPr>
          <p:spPr>
            <a:xfrm>
              <a:off x="8775922" y="6277783"/>
              <a:ext cx="514214" cy="423589"/>
            </a:xfrm>
            <a:custGeom>
              <a:avLst/>
              <a:gdLst>
                <a:gd name="connsiteX0" fmla="*/ 1746250 w 4201160"/>
                <a:gd name="connsiteY0" fmla="*/ 6351 h 3460751"/>
                <a:gd name="connsiteX1" fmla="*/ 2156460 w 4201160"/>
                <a:gd name="connsiteY1" fmla="*/ 6351 h 3460751"/>
                <a:gd name="connsiteX2" fmla="*/ 2550160 w 4201160"/>
                <a:gd name="connsiteY2" fmla="*/ 876301 h 3460751"/>
                <a:gd name="connsiteX3" fmla="*/ 1210310 w 4201160"/>
                <a:gd name="connsiteY3" fmla="*/ 3460751 h 3460751"/>
                <a:gd name="connsiteX4" fmla="*/ 0 w 4201160"/>
                <a:gd name="connsiteY4" fmla="*/ 3454401 h 3460751"/>
                <a:gd name="connsiteX5" fmla="*/ 3820160 w 4201160"/>
                <a:gd name="connsiteY5" fmla="*/ 0 h 3460751"/>
                <a:gd name="connsiteX6" fmla="*/ 4201160 w 4201160"/>
                <a:gd name="connsiteY6" fmla="*/ 874059 h 3460751"/>
                <a:gd name="connsiteX7" fmla="*/ 3496310 w 4201160"/>
                <a:gd name="connsiteY7" fmla="*/ 2235199 h 3460751"/>
                <a:gd name="connsiteX8" fmla="*/ 2343150 w 4201160"/>
                <a:gd name="connsiteY8" fmla="*/ 2250141 h 3460751"/>
                <a:gd name="connsiteX9" fmla="*/ 3039110 w 4201160"/>
                <a:gd name="connsiteY9" fmla="*/ 863601 h 3460751"/>
                <a:gd name="connsiteX10" fmla="*/ 2654300 w 4201160"/>
                <a:gd name="connsiteY10" fmla="*/ 6350 h 3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1160" h="3460751">
                  <a:moveTo>
                    <a:pt x="1746250" y="6351"/>
                  </a:moveTo>
                  <a:lnTo>
                    <a:pt x="2156460" y="6351"/>
                  </a:lnTo>
                  <a:lnTo>
                    <a:pt x="2550160" y="876301"/>
                  </a:lnTo>
                  <a:lnTo>
                    <a:pt x="1210310" y="3460751"/>
                  </a:lnTo>
                  <a:lnTo>
                    <a:pt x="0" y="3454401"/>
                  </a:lnTo>
                  <a:close/>
                  <a:moveTo>
                    <a:pt x="3820160" y="0"/>
                  </a:moveTo>
                  <a:lnTo>
                    <a:pt x="4201160" y="874059"/>
                  </a:lnTo>
                  <a:lnTo>
                    <a:pt x="3496310" y="2235199"/>
                  </a:lnTo>
                  <a:lnTo>
                    <a:pt x="2343150" y="2250141"/>
                  </a:lnTo>
                  <a:lnTo>
                    <a:pt x="3039110" y="863601"/>
                  </a:lnTo>
                  <a:lnTo>
                    <a:pt x="2654300" y="6350"/>
                  </a:lnTo>
                  <a:close/>
                </a:path>
              </a:pathLst>
            </a:custGeom>
            <a:solidFill>
              <a:srgbClr val="00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ru-RU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BB6117C-7CF8-4E67-9FCF-9051F4CF8AAD}"/>
              </a:ext>
            </a:extLst>
          </p:cNvPr>
          <p:cNvSpPr txBox="1"/>
          <p:nvPr userDrawn="1"/>
        </p:nvSpPr>
        <p:spPr>
          <a:xfrm>
            <a:off x="11118032" y="6641531"/>
            <a:ext cx="810443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sz="8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РАЗВИТИЕ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ED43A8-C0BF-4053-98E4-977C6AD7D55D}"/>
              </a:ext>
            </a:extLst>
          </p:cNvPr>
          <p:cNvSpPr txBox="1">
            <a:spLocks/>
          </p:cNvSpPr>
          <p:nvPr userDrawn="1"/>
        </p:nvSpPr>
        <p:spPr>
          <a:xfrm>
            <a:off x="11512697" y="6566691"/>
            <a:ext cx="6793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F8B3EF-6FCB-5342-834B-72C623FC3BE6}" type="slidenum">
              <a:rPr lang="en-RU" sz="800" smtClean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pPr/>
              <a:t>‹#›</a:t>
            </a:fld>
            <a:endParaRPr lang="en-RU" sz="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45D370C2-EE74-4E02-BECD-714A3B99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-10269"/>
            <a:ext cx="11522075" cy="544168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81009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азделитель">
    <p:bg>
      <p:bgPr>
        <a:solidFill>
          <a:srgbClr val="293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8E577BB-A2F4-4685-95FC-C6378065F10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590920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577BB-A2F4-4685-95FC-C6378065F1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5F7FA1-2F5D-03ED-F04A-E9F6B60D8FF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22ADBB-BC54-5D04-A3BB-76BE67567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90375" y="3917092"/>
            <a:ext cx="3816178" cy="2940908"/>
          </a:xfrm>
          <a:prstGeom prst="rect">
            <a:avLst/>
          </a:prstGeom>
        </p:spPr>
        <p:txBody>
          <a:bodyPr vert="horz" anchor="b">
            <a:noAutofit/>
          </a:bodyPr>
          <a:lstStyle>
            <a:lvl1pPr algn="r">
              <a:defRPr sz="20000">
                <a:solidFill>
                  <a:srgbClr val="B3BDDA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ru-RU" dirty="0"/>
              <a:t>01.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E2A75F-C987-C85D-2664-9EC11F26D9A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4113" y="5778097"/>
            <a:ext cx="595699" cy="595699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EAD114CF-9245-35E9-4C0F-A1DAA61E28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4113" y="617538"/>
            <a:ext cx="10832439" cy="676447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70000"/>
              </a:lnSpc>
              <a:buNone/>
              <a:defRPr sz="36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8391D41E-AFF0-6BB7-1DA7-89FB467F73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4113" y="1377828"/>
            <a:ext cx="5521887" cy="3078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Aeonik Pro TRIAL" panose="020B0503030300000000" pitchFamily="34" charset="0"/>
              </a:defRPr>
            </a:lvl5pPr>
          </a:lstStyle>
          <a:p>
            <a:pPr lvl="0"/>
            <a:r>
              <a:rPr lang="ru-RU" dirty="0"/>
              <a:t>Описание раздела (при наличии), например, его содержание или подпись </a:t>
            </a:r>
          </a:p>
        </p:txBody>
      </p:sp>
    </p:spTree>
    <p:extLst>
      <p:ext uri="{BB962C8B-B14F-4D97-AF65-F5344CB8AC3E}">
        <p14:creationId xmlns:p14="http://schemas.microsoft.com/office/powerpoint/2010/main" val="1930616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6146577-AE95-4234-A829-50A15A7608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8837348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8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6146577-AE95-4234-A829-50A15A7608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4F3716-7ABD-CFBE-8B4B-32F823FC3C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4074289"/>
            <a:ext cx="6291805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6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</a:p>
          <a:p>
            <a:pPr lvl="0"/>
            <a:r>
              <a:rPr lang="ru-RU" dirty="0"/>
              <a:t>за внимание!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E3BD787A-FE5B-9333-1134-452F81E9AB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927312" y="5935761"/>
            <a:ext cx="3707334" cy="359156"/>
          </a:xfrm>
          <a:prstGeom prst="rect">
            <a:avLst/>
          </a:prstGeom>
        </p:spPr>
        <p:txBody>
          <a:bodyPr anchor="b"/>
          <a:lstStyle>
            <a:lvl1pPr algn="r">
              <a:defRPr sz="1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Москва, 2024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45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 (контакты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3F0C41D-57CC-4A04-85ED-2BCB1FCBE3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1051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3F0C41D-57CC-4A04-85ED-2BCB1FCBE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8B18E58-6FF1-94FE-D60C-7B098B2B20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1559" b="11559"/>
          <a:stretch/>
        </p:blipFill>
        <p:spPr>
          <a:xfrm>
            <a:off x="4036715" y="-1"/>
            <a:ext cx="6610447" cy="6858001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82A42826-FC98-95C6-EF85-491190F24E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75138" y="402101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1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8B74350-96C2-5C61-0E3E-43B2BD656D4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5138" y="430315"/>
            <a:ext cx="2464270" cy="1024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E59C88-1BF8-B356-19C5-AF2F39CEB86C}"/>
              </a:ext>
            </a:extLst>
          </p:cNvPr>
          <p:cNvSpPr txBox="1"/>
          <p:nvPr userDrawn="1"/>
        </p:nvSpPr>
        <p:spPr>
          <a:xfrm>
            <a:off x="8774703" y="5962692"/>
            <a:ext cx="2648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/>
            <a:r>
              <a:rPr lang="en-GB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WWW.RAZVITIYE.RU</a:t>
            </a:r>
            <a:endParaRPr lang="ru-RU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Текст 9">
            <a:extLst>
              <a:ext uri="{FF2B5EF4-FFF2-40B4-BE49-F238E27FC236}">
                <a16:creationId xmlns:a16="http://schemas.microsoft.com/office/drawing/2014/main" id="{62328D92-94C2-7A57-5B44-EE7105BB60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36349" y="4022545"/>
            <a:ext cx="3276600" cy="2272372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 algn="l">
              <a:lnSpc>
                <a:spcPct val="80000"/>
              </a:lnSpc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Блок с контактами </a:t>
            </a:r>
            <a:r>
              <a:rPr lang="en-GB" dirty="0"/>
              <a:t>2 </a:t>
            </a:r>
          </a:p>
          <a:p>
            <a:pPr lvl="0"/>
            <a:r>
              <a:rPr lang="ru-RU" dirty="0"/>
              <a:t>+7 999 234-56-78</a:t>
            </a:r>
          </a:p>
          <a:p>
            <a:pPr lvl="0"/>
            <a:r>
              <a:rPr lang="ru-RU" dirty="0" err="1"/>
              <a:t>i</a:t>
            </a:r>
            <a:r>
              <a:rPr lang="en-GB" dirty="0" err="1"/>
              <a:t>nfo@mail.ru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20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E4D52E-C9E9-427F-A401-79B11E674D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06702090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D787A43-ACEA-4E8D-96C1-D23CF3BE4AE6}"/>
              </a:ext>
            </a:extLst>
          </p:cNvPr>
          <p:cNvSpPr/>
          <p:nvPr userDrawn="1"/>
        </p:nvSpPr>
        <p:spPr>
          <a:xfrm>
            <a:off x="-1343690" y="3164208"/>
            <a:ext cx="1201480" cy="540000"/>
          </a:xfrm>
          <a:prstGeom prst="rect">
            <a:avLst/>
          </a:prstGeom>
          <a:solidFill>
            <a:srgbClr val="214C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#214C3B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3C59518-5F6C-47B6-85A3-FE4CF327001C}"/>
              </a:ext>
            </a:extLst>
          </p:cNvPr>
          <p:cNvSpPr/>
          <p:nvPr userDrawn="1"/>
        </p:nvSpPr>
        <p:spPr>
          <a:xfrm>
            <a:off x="-1343690" y="2533450"/>
            <a:ext cx="1201480" cy="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#F5F5F5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A011856-2F03-4B82-BE5A-B2E9CE894347}"/>
              </a:ext>
            </a:extLst>
          </p:cNvPr>
          <p:cNvSpPr/>
          <p:nvPr userDrawn="1"/>
        </p:nvSpPr>
        <p:spPr>
          <a:xfrm>
            <a:off x="-1343690" y="10418"/>
            <a:ext cx="1201480" cy="540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#3EF0AF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029B896-79A5-4B6C-AFEA-0B783B15C6D7}"/>
              </a:ext>
            </a:extLst>
          </p:cNvPr>
          <p:cNvSpPr/>
          <p:nvPr userDrawn="1"/>
        </p:nvSpPr>
        <p:spPr>
          <a:xfrm>
            <a:off x="-1343690" y="1271934"/>
            <a:ext cx="1201480" cy="540000"/>
          </a:xfrm>
          <a:prstGeom prst="rect">
            <a:avLst/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#2A3138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16FA57B-58CF-432C-B479-8C2B3503E772}"/>
              </a:ext>
            </a:extLst>
          </p:cNvPr>
          <p:cNvSpPr/>
          <p:nvPr userDrawn="1"/>
        </p:nvSpPr>
        <p:spPr>
          <a:xfrm>
            <a:off x="-1343690" y="4425724"/>
            <a:ext cx="1201480" cy="540000"/>
          </a:xfrm>
          <a:prstGeom prst="rect">
            <a:avLst/>
          </a:prstGeom>
          <a:solidFill>
            <a:srgbClr val="7E8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#7E83FA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AE792A6-FD87-44EA-873B-8E40FAC5C9ED}"/>
              </a:ext>
            </a:extLst>
          </p:cNvPr>
          <p:cNvSpPr/>
          <p:nvPr userDrawn="1"/>
        </p:nvSpPr>
        <p:spPr>
          <a:xfrm>
            <a:off x="-1343690" y="5687240"/>
            <a:ext cx="1201480" cy="540000"/>
          </a:xfrm>
          <a:prstGeom prst="rect">
            <a:avLst/>
          </a:prstGeom>
          <a:solidFill>
            <a:srgbClr val="83DC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#83DCDF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70CFC79-495C-46DA-A7B2-96D497CE5DF5}"/>
              </a:ext>
            </a:extLst>
          </p:cNvPr>
          <p:cNvSpPr/>
          <p:nvPr userDrawn="1"/>
        </p:nvSpPr>
        <p:spPr>
          <a:xfrm>
            <a:off x="-1343690" y="6318000"/>
            <a:ext cx="1201480" cy="540000"/>
          </a:xfrm>
          <a:prstGeom prst="rect">
            <a:avLst/>
          </a:prstGeom>
          <a:solidFill>
            <a:srgbClr val="B3BD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#B3BDDC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3C38A6F-5170-4F97-A74A-C522981794CB}"/>
              </a:ext>
            </a:extLst>
          </p:cNvPr>
          <p:cNvSpPr/>
          <p:nvPr userDrawn="1"/>
        </p:nvSpPr>
        <p:spPr>
          <a:xfrm>
            <a:off x="-1343690" y="5056482"/>
            <a:ext cx="1201480" cy="540000"/>
          </a:xfrm>
          <a:prstGeom prst="rect">
            <a:avLst/>
          </a:prstGeom>
          <a:solidFill>
            <a:srgbClr val="5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#53F3F3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48AFC98-3137-4786-8C58-9E67E6465872}"/>
              </a:ext>
            </a:extLst>
          </p:cNvPr>
          <p:cNvSpPr/>
          <p:nvPr userDrawn="1"/>
        </p:nvSpPr>
        <p:spPr>
          <a:xfrm>
            <a:off x="-1343690" y="3794966"/>
            <a:ext cx="1201480" cy="540000"/>
          </a:xfrm>
          <a:prstGeom prst="rect">
            <a:avLst/>
          </a:prstGeom>
          <a:solidFill>
            <a:srgbClr val="B668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#B668E4</a:t>
            </a:r>
            <a:endParaRPr lang="ru-RU" sz="105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A6C4903-18D9-47AD-860F-596D47DC28B5}"/>
              </a:ext>
            </a:extLst>
          </p:cNvPr>
          <p:cNvSpPr/>
          <p:nvPr userDrawn="1"/>
        </p:nvSpPr>
        <p:spPr>
          <a:xfrm>
            <a:off x="-1343690" y="641176"/>
            <a:ext cx="1201480" cy="540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#05080E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1151D00-56B0-4154-9D17-C5E1DD3F3807}"/>
              </a:ext>
            </a:extLst>
          </p:cNvPr>
          <p:cNvSpPr/>
          <p:nvPr userDrawn="1"/>
        </p:nvSpPr>
        <p:spPr>
          <a:xfrm>
            <a:off x="-1343690" y="1902692"/>
            <a:ext cx="1201480" cy="540000"/>
          </a:xfrm>
          <a:prstGeom prst="rect">
            <a:avLst/>
          </a:prstGeom>
          <a:solidFill>
            <a:srgbClr val="808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#80868B</a:t>
            </a:r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1CA98-945C-4501-9BDB-CFBE3B297AA8}"/>
              </a:ext>
            </a:extLst>
          </p:cNvPr>
          <p:cNvSpPr txBox="1"/>
          <p:nvPr userDrawn="1"/>
        </p:nvSpPr>
        <p:spPr>
          <a:xfrm rot="16200000">
            <a:off x="-3213032" y="1559283"/>
            <a:ext cx="3405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Ключевые цвета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24FEE-F3B8-49B4-983F-DC4887C9F12C}"/>
              </a:ext>
            </a:extLst>
          </p:cNvPr>
          <p:cNvSpPr txBox="1"/>
          <p:nvPr userDrawn="1"/>
        </p:nvSpPr>
        <p:spPr>
          <a:xfrm rot="16200000">
            <a:off x="-3213033" y="5001359"/>
            <a:ext cx="3405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Вспомогательные цвета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FA4E508-6528-478F-8E07-FC454F171EE2}"/>
              </a:ext>
            </a:extLst>
          </p:cNvPr>
          <p:cNvSpPr/>
          <p:nvPr userDrawn="1"/>
        </p:nvSpPr>
        <p:spPr>
          <a:xfrm>
            <a:off x="-1664167" y="-38101"/>
            <a:ext cx="1575932" cy="31313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E98BEE3-0784-4A43-A63C-AD8515D468B7}"/>
              </a:ext>
            </a:extLst>
          </p:cNvPr>
          <p:cNvSpPr/>
          <p:nvPr userDrawn="1"/>
        </p:nvSpPr>
        <p:spPr>
          <a:xfrm>
            <a:off x="-1664167" y="3141764"/>
            <a:ext cx="1575932" cy="375433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28A5332-96F7-439A-BC2B-C998714A2F91}"/>
              </a:ext>
            </a:extLst>
          </p:cNvPr>
          <p:cNvSpPr/>
          <p:nvPr userDrawn="1"/>
        </p:nvSpPr>
        <p:spPr>
          <a:xfrm rot="16200000">
            <a:off x="6236893" y="-456789"/>
            <a:ext cx="333373" cy="504000"/>
          </a:xfrm>
          <a:prstGeom prst="rect">
            <a:avLst/>
          </a:prstGeom>
          <a:solidFill>
            <a:srgbClr val="05080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18E93F0-4AC8-4DEC-8E9F-3F74536215CF}"/>
              </a:ext>
            </a:extLst>
          </p:cNvPr>
          <p:cNvSpPr/>
          <p:nvPr userDrawn="1"/>
        </p:nvSpPr>
        <p:spPr>
          <a:xfrm rot="16200000">
            <a:off x="6852051" y="-456789"/>
            <a:ext cx="333373" cy="504000"/>
          </a:xfrm>
          <a:prstGeom prst="rect">
            <a:avLst/>
          </a:prstGeom>
          <a:solidFill>
            <a:srgbClr val="05080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1093867-12CB-4B4F-83D8-E5D767982016}"/>
              </a:ext>
            </a:extLst>
          </p:cNvPr>
          <p:cNvSpPr/>
          <p:nvPr userDrawn="1"/>
        </p:nvSpPr>
        <p:spPr>
          <a:xfrm rot="16200000">
            <a:off x="7467209" y="-456789"/>
            <a:ext cx="333373" cy="504000"/>
          </a:xfrm>
          <a:prstGeom prst="rect">
            <a:avLst/>
          </a:prstGeom>
          <a:solidFill>
            <a:srgbClr val="05080E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8AE2343-019C-4192-9D2B-A43117BBF96C}"/>
              </a:ext>
            </a:extLst>
          </p:cNvPr>
          <p:cNvSpPr/>
          <p:nvPr userDrawn="1"/>
        </p:nvSpPr>
        <p:spPr>
          <a:xfrm rot="16200000">
            <a:off x="8082367" y="-456789"/>
            <a:ext cx="333373" cy="504000"/>
          </a:xfrm>
          <a:prstGeom prst="rect">
            <a:avLst/>
          </a:prstGeom>
          <a:solidFill>
            <a:srgbClr val="05080E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3192A3F-1803-422F-8609-643FB76C4B70}"/>
              </a:ext>
            </a:extLst>
          </p:cNvPr>
          <p:cNvSpPr/>
          <p:nvPr userDrawn="1"/>
        </p:nvSpPr>
        <p:spPr>
          <a:xfrm rot="16200000">
            <a:off x="8697525" y="-456789"/>
            <a:ext cx="333373" cy="504000"/>
          </a:xfrm>
          <a:prstGeom prst="rect">
            <a:avLst/>
          </a:prstGeom>
          <a:solidFill>
            <a:srgbClr val="05080E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97BDA31-60D9-4792-96AE-BFC4C140D285}"/>
              </a:ext>
            </a:extLst>
          </p:cNvPr>
          <p:cNvSpPr/>
          <p:nvPr userDrawn="1"/>
        </p:nvSpPr>
        <p:spPr>
          <a:xfrm rot="16200000">
            <a:off x="9312683" y="-456789"/>
            <a:ext cx="333373" cy="504000"/>
          </a:xfrm>
          <a:prstGeom prst="rect">
            <a:avLst/>
          </a:prstGeom>
          <a:solidFill>
            <a:srgbClr val="05080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5FBBFFE-4FDF-478E-B0BB-BA7E899C78C7}"/>
              </a:ext>
            </a:extLst>
          </p:cNvPr>
          <p:cNvSpPr/>
          <p:nvPr userDrawn="1"/>
        </p:nvSpPr>
        <p:spPr>
          <a:xfrm rot="16200000">
            <a:off x="9927841" y="-456789"/>
            <a:ext cx="333373" cy="504000"/>
          </a:xfrm>
          <a:prstGeom prst="rect">
            <a:avLst/>
          </a:prstGeom>
          <a:solidFill>
            <a:srgbClr val="05080E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9E071C1-2CB4-4D5A-8CC6-C75B1CD72525}"/>
              </a:ext>
            </a:extLst>
          </p:cNvPr>
          <p:cNvSpPr/>
          <p:nvPr userDrawn="1"/>
        </p:nvSpPr>
        <p:spPr>
          <a:xfrm rot="16200000">
            <a:off x="10542999" y="-456789"/>
            <a:ext cx="333373" cy="504000"/>
          </a:xfrm>
          <a:prstGeom prst="rect">
            <a:avLst/>
          </a:prstGeom>
          <a:solidFill>
            <a:srgbClr val="05080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0C1DA9D7-2BFF-4882-BFB4-19DB95ED9B0C}"/>
              </a:ext>
            </a:extLst>
          </p:cNvPr>
          <p:cNvSpPr/>
          <p:nvPr userDrawn="1"/>
        </p:nvSpPr>
        <p:spPr>
          <a:xfrm rot="16200000">
            <a:off x="11158157" y="-456789"/>
            <a:ext cx="333373" cy="504000"/>
          </a:xfrm>
          <a:prstGeom prst="rect">
            <a:avLst/>
          </a:prstGeom>
          <a:solidFill>
            <a:srgbClr val="05080E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529A71B2-7155-4700-B9AD-63391A6CAE48}"/>
              </a:ext>
            </a:extLst>
          </p:cNvPr>
          <p:cNvSpPr/>
          <p:nvPr userDrawn="1"/>
        </p:nvSpPr>
        <p:spPr>
          <a:xfrm rot="16200000">
            <a:off x="11773313" y="-456789"/>
            <a:ext cx="333373" cy="504000"/>
          </a:xfrm>
          <a:prstGeom prst="rect">
            <a:avLst/>
          </a:prstGeom>
          <a:solidFill>
            <a:srgbClr val="0508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DC96C393-737B-41F0-B346-B2ABC0D83F42}"/>
              </a:ext>
            </a:extLst>
          </p:cNvPr>
          <p:cNvSpPr/>
          <p:nvPr userDrawn="1"/>
        </p:nvSpPr>
        <p:spPr>
          <a:xfrm rot="5400000">
            <a:off x="5621735" y="-456789"/>
            <a:ext cx="333373" cy="504000"/>
          </a:xfrm>
          <a:prstGeom prst="rect">
            <a:avLst/>
          </a:prstGeom>
          <a:solidFill>
            <a:srgbClr val="3EF0A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B1318B0-BB02-4019-89A3-75095BB01F00}"/>
              </a:ext>
            </a:extLst>
          </p:cNvPr>
          <p:cNvSpPr/>
          <p:nvPr userDrawn="1"/>
        </p:nvSpPr>
        <p:spPr>
          <a:xfrm rot="5400000">
            <a:off x="5006577" y="-456789"/>
            <a:ext cx="333373" cy="504000"/>
          </a:xfrm>
          <a:prstGeom prst="rect">
            <a:avLst/>
          </a:prstGeom>
          <a:solidFill>
            <a:srgbClr val="3EF0A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B9935E-3645-48CE-9881-73D6E9E6CDC8}"/>
              </a:ext>
            </a:extLst>
          </p:cNvPr>
          <p:cNvSpPr/>
          <p:nvPr userDrawn="1"/>
        </p:nvSpPr>
        <p:spPr>
          <a:xfrm rot="5400000">
            <a:off x="4391419" y="-456789"/>
            <a:ext cx="333373" cy="504000"/>
          </a:xfrm>
          <a:prstGeom prst="rect">
            <a:avLst/>
          </a:prstGeom>
          <a:solidFill>
            <a:srgbClr val="3EF0AF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2DD01A44-DC87-4D56-95E1-ADB7A247626C}"/>
              </a:ext>
            </a:extLst>
          </p:cNvPr>
          <p:cNvSpPr/>
          <p:nvPr userDrawn="1"/>
        </p:nvSpPr>
        <p:spPr>
          <a:xfrm rot="5400000">
            <a:off x="3776261" y="-456789"/>
            <a:ext cx="333373" cy="504000"/>
          </a:xfrm>
          <a:prstGeom prst="rect">
            <a:avLst/>
          </a:prstGeom>
          <a:solidFill>
            <a:srgbClr val="3EF0A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0F351D3-5190-4645-A3BF-A0B8585A7446}"/>
              </a:ext>
            </a:extLst>
          </p:cNvPr>
          <p:cNvSpPr/>
          <p:nvPr userDrawn="1"/>
        </p:nvSpPr>
        <p:spPr>
          <a:xfrm rot="5400000">
            <a:off x="3161103" y="-456789"/>
            <a:ext cx="333373" cy="504000"/>
          </a:xfrm>
          <a:prstGeom prst="rect">
            <a:avLst/>
          </a:prstGeom>
          <a:solidFill>
            <a:srgbClr val="3EF0A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E038461-4DFC-4935-A9E2-E2E4E40DD2F8}"/>
              </a:ext>
            </a:extLst>
          </p:cNvPr>
          <p:cNvSpPr/>
          <p:nvPr userDrawn="1"/>
        </p:nvSpPr>
        <p:spPr>
          <a:xfrm rot="5400000">
            <a:off x="2545945" y="-456789"/>
            <a:ext cx="333373" cy="504000"/>
          </a:xfrm>
          <a:prstGeom prst="rect">
            <a:avLst/>
          </a:prstGeom>
          <a:solidFill>
            <a:srgbClr val="3EF0A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EE85FFB-78B7-43A2-87AC-8664BFCBF67C}"/>
              </a:ext>
            </a:extLst>
          </p:cNvPr>
          <p:cNvSpPr/>
          <p:nvPr userDrawn="1"/>
        </p:nvSpPr>
        <p:spPr>
          <a:xfrm rot="5400000">
            <a:off x="1930787" y="-456789"/>
            <a:ext cx="333373" cy="504000"/>
          </a:xfrm>
          <a:prstGeom prst="rect">
            <a:avLst/>
          </a:prstGeom>
          <a:solidFill>
            <a:srgbClr val="3EF0A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A6C2CB7-43F9-4A90-B615-C0CBB5342376}"/>
              </a:ext>
            </a:extLst>
          </p:cNvPr>
          <p:cNvSpPr/>
          <p:nvPr userDrawn="1"/>
        </p:nvSpPr>
        <p:spPr>
          <a:xfrm rot="5400000">
            <a:off x="1315629" y="-456789"/>
            <a:ext cx="333373" cy="504000"/>
          </a:xfrm>
          <a:prstGeom prst="rect">
            <a:avLst/>
          </a:prstGeom>
          <a:solidFill>
            <a:srgbClr val="3EF0A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7655E81-F847-4C11-8031-44AE7D4F3294}"/>
              </a:ext>
            </a:extLst>
          </p:cNvPr>
          <p:cNvSpPr/>
          <p:nvPr userDrawn="1"/>
        </p:nvSpPr>
        <p:spPr>
          <a:xfrm rot="5400000">
            <a:off x="700471" y="-456789"/>
            <a:ext cx="333373" cy="504000"/>
          </a:xfrm>
          <a:prstGeom prst="rect">
            <a:avLst/>
          </a:prstGeom>
          <a:solidFill>
            <a:srgbClr val="3EF0A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45AECB8-3745-42ED-A62B-5BC08BC58197}"/>
              </a:ext>
            </a:extLst>
          </p:cNvPr>
          <p:cNvSpPr/>
          <p:nvPr userDrawn="1"/>
        </p:nvSpPr>
        <p:spPr>
          <a:xfrm rot="5400000">
            <a:off x="85313" y="-456789"/>
            <a:ext cx="333373" cy="504000"/>
          </a:xfrm>
          <a:prstGeom prst="rect">
            <a:avLst/>
          </a:prstGeom>
          <a:solidFill>
            <a:srgbClr val="3EF0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lvl="0"/>
            <a:endParaRPr lang="ru-RU" sz="10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775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20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0.bin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tags" Target="../tags/tag38.xml"/><Relationship Id="rId26" Type="http://schemas.openxmlformats.org/officeDocument/2006/relationships/chart" Target="../charts/chart4.xml"/><Relationship Id="rId3" Type="http://schemas.openxmlformats.org/officeDocument/2006/relationships/tags" Target="../tags/tag23.xml"/><Relationship Id="rId21" Type="http://schemas.openxmlformats.org/officeDocument/2006/relationships/oleObject" Target="../embeddings/oleObject21.bin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tags" Target="../tags/tag37.xml"/><Relationship Id="rId25" Type="http://schemas.openxmlformats.org/officeDocument/2006/relationships/chart" Target="../charts/chart3.xml"/><Relationship Id="rId2" Type="http://schemas.openxmlformats.org/officeDocument/2006/relationships/tags" Target="../tags/tag22.xml"/><Relationship Id="rId16" Type="http://schemas.openxmlformats.org/officeDocument/2006/relationships/tags" Target="../tags/tag36.xml"/><Relationship Id="rId20" Type="http://schemas.openxmlformats.org/officeDocument/2006/relationships/notesSlide" Target="../notesSlides/notesSlide2.xml"/><Relationship Id="rId29" Type="http://schemas.openxmlformats.org/officeDocument/2006/relationships/chart" Target="../charts/chart7.xml"/><Relationship Id="rId1" Type="http://schemas.openxmlformats.org/officeDocument/2006/relationships/vmlDrawing" Target="../drawings/vmlDrawing21.v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chart" Target="../charts/chart2.xml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chart" Target="../charts/chart1.xml"/><Relationship Id="rId28" Type="http://schemas.openxmlformats.org/officeDocument/2006/relationships/chart" Target="../charts/chart6.xml"/><Relationship Id="rId10" Type="http://schemas.openxmlformats.org/officeDocument/2006/relationships/tags" Target="../tags/tag30.xml"/><Relationship Id="rId19" Type="http://schemas.openxmlformats.org/officeDocument/2006/relationships/slideLayout" Target="../slideLayouts/slideLayout14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image" Target="../media/image1.emf"/><Relationship Id="rId27" Type="http://schemas.openxmlformats.org/officeDocument/2006/relationships/chart" Target="../charts/chart5.xml"/><Relationship Id="rId30" Type="http://schemas.openxmlformats.org/officeDocument/2006/relationships/chart" Target="../charts/char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9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40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6AD537A-8FE3-49BA-B804-6F031D858926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814222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4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9208CDB-F398-419F-B69B-68009C35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337DE9-50D0-4292-A8AC-642EB4F4CE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878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7C55F67D-9A5E-4C53-8A4A-3CF05CEF882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0" name="Слайд think-cell" r:id="rId5" imgW="359" imgH="360" progId="TCLayout.ActiveDocument.1">
                  <p:embed/>
                </p:oleObj>
              </mc:Choice>
              <mc:Fallback>
                <p:oleObj name="Слайд think-cell" r:id="rId5" imgW="359" imgH="360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55F67D-9A5E-4C53-8A4A-3CF05CEF8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069A30-2168-47A5-BA2C-61430F9A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Пример оформления текста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ADE43AF-0BFC-4B90-9FC2-A31F5F043169}"/>
              </a:ext>
            </a:extLst>
          </p:cNvPr>
          <p:cNvSpPr/>
          <p:nvPr/>
        </p:nvSpPr>
        <p:spPr>
          <a:xfrm>
            <a:off x="300037" y="744094"/>
            <a:ext cx="2610943" cy="5186215"/>
          </a:xfrm>
          <a:prstGeom prst="roundRect">
            <a:avLst>
              <a:gd name="adj" fmla="val 9694"/>
            </a:avLst>
          </a:prstGeom>
          <a:solidFill>
            <a:srgbClr val="05080E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A8F89BE-5C68-420A-BEA4-2E26B362992F}"/>
              </a:ext>
            </a:extLst>
          </p:cNvPr>
          <p:cNvSpPr/>
          <p:nvPr/>
        </p:nvSpPr>
        <p:spPr>
          <a:xfrm>
            <a:off x="300037" y="1199884"/>
            <a:ext cx="2610943" cy="4943742"/>
          </a:xfrm>
          <a:prstGeom prst="roundRect">
            <a:avLst>
              <a:gd name="adj" fmla="val 9694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7A55B323-2D1A-4C88-993E-F4E59C832395}"/>
              </a:ext>
            </a:extLst>
          </p:cNvPr>
          <p:cNvSpPr/>
          <p:nvPr/>
        </p:nvSpPr>
        <p:spPr>
          <a:xfrm>
            <a:off x="3081337" y="744094"/>
            <a:ext cx="2610943" cy="5186215"/>
          </a:xfrm>
          <a:prstGeom prst="roundRect">
            <a:avLst>
              <a:gd name="adj" fmla="val 9694"/>
            </a:avLst>
          </a:prstGeom>
          <a:solidFill>
            <a:srgbClr val="3EF0AF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600"/>
              </a:spcAft>
            </a:pPr>
            <a:r>
              <a:rPr lang="ru-RU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16A1EC8-B533-4877-959C-541BDF0FE15F}"/>
              </a:ext>
            </a:extLst>
          </p:cNvPr>
          <p:cNvSpPr/>
          <p:nvPr/>
        </p:nvSpPr>
        <p:spPr>
          <a:xfrm>
            <a:off x="3081337" y="1199884"/>
            <a:ext cx="2610943" cy="4943742"/>
          </a:xfrm>
          <a:prstGeom prst="roundRect">
            <a:avLst>
              <a:gd name="adj" fmla="val 9694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+mj-lt"/>
              <a:buAutoNum type="arabicPeriod"/>
            </a:pP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8E2055F-5A97-4EFA-8E2D-31DC74B4EA87}"/>
              </a:ext>
            </a:extLst>
          </p:cNvPr>
          <p:cNvSpPr/>
          <p:nvPr/>
        </p:nvSpPr>
        <p:spPr>
          <a:xfrm>
            <a:off x="5862637" y="744094"/>
            <a:ext cx="2934000" cy="381797"/>
          </a:xfrm>
          <a:prstGeom prst="roundRect">
            <a:avLst>
              <a:gd name="adj" fmla="val 40319"/>
            </a:avLst>
          </a:prstGeom>
          <a:solidFill>
            <a:srgbClr val="3CF2AE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6928060-EBA4-4232-86A9-EC7C24DA9FD7}"/>
              </a:ext>
            </a:extLst>
          </p:cNvPr>
          <p:cNvSpPr/>
          <p:nvPr/>
        </p:nvSpPr>
        <p:spPr>
          <a:xfrm>
            <a:off x="5862638" y="1225979"/>
            <a:ext cx="2935288" cy="1410802"/>
          </a:xfrm>
          <a:prstGeom prst="roundRect">
            <a:avLst>
              <a:gd name="adj" fmla="val 9254"/>
            </a:avLst>
          </a:prstGeom>
          <a:solidFill>
            <a:srgbClr val="D0D0D0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5941934-0E8F-4B3D-A5D1-A6992A75D80C}"/>
              </a:ext>
            </a:extLst>
          </p:cNvPr>
          <p:cNvSpPr/>
          <p:nvPr/>
        </p:nvSpPr>
        <p:spPr>
          <a:xfrm>
            <a:off x="5862638" y="2736869"/>
            <a:ext cx="2935288" cy="1238732"/>
          </a:xfrm>
          <a:prstGeom prst="roundRect">
            <a:avLst>
              <a:gd name="adj" fmla="val 9154"/>
            </a:avLst>
          </a:prstGeom>
          <a:solidFill>
            <a:srgbClr val="80868B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4D1EE0D-2CEF-4837-A712-D62E51A6530E}"/>
              </a:ext>
            </a:extLst>
          </p:cNvPr>
          <p:cNvSpPr/>
          <p:nvPr/>
        </p:nvSpPr>
        <p:spPr>
          <a:xfrm>
            <a:off x="5862638" y="4075688"/>
            <a:ext cx="2935288" cy="2067938"/>
          </a:xfrm>
          <a:prstGeom prst="roundRect">
            <a:avLst>
              <a:gd name="adj" fmla="val 8681"/>
            </a:avLst>
          </a:prstGeom>
          <a:solidFill>
            <a:srgbClr val="2A3138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</a:p>
          <a:p>
            <a:pPr marL="228600" indent="-228600">
              <a:lnSpc>
                <a:spcPct val="78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400" dirty="0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400" dirty="0" err="1">
                <a:solidFill>
                  <a:srgbClr val="3EF0AF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400" dirty="0">
              <a:solidFill>
                <a:srgbClr val="3EF0AF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2B11E484-6FBA-49D9-8A26-32D0A250816E}"/>
              </a:ext>
            </a:extLst>
          </p:cNvPr>
          <p:cNvSpPr/>
          <p:nvPr/>
        </p:nvSpPr>
        <p:spPr>
          <a:xfrm>
            <a:off x="8966994" y="775578"/>
            <a:ext cx="2934000" cy="946416"/>
          </a:xfrm>
          <a:prstGeom prst="roundRect">
            <a:avLst>
              <a:gd name="adj" fmla="val 17123"/>
            </a:avLst>
          </a:prstGeom>
          <a:solidFill>
            <a:schemeClr val="bg1"/>
          </a:solidFill>
          <a:ln w="28575" cap="sq">
            <a:noFill/>
            <a:miter lim="800000"/>
          </a:ln>
          <a:effectLst>
            <a:outerShdw blurRad="1905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1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Облачко с текстом: прямоугольное со скругленными углами 16">
            <a:extLst>
              <a:ext uri="{FF2B5EF4-FFF2-40B4-BE49-F238E27FC236}">
                <a16:creationId xmlns:a16="http://schemas.microsoft.com/office/drawing/2014/main" id="{F4C96D27-9BFB-4BAB-AA32-ECACF361B1F5}"/>
              </a:ext>
            </a:extLst>
          </p:cNvPr>
          <p:cNvSpPr/>
          <p:nvPr/>
        </p:nvSpPr>
        <p:spPr>
          <a:xfrm>
            <a:off x="9009438" y="2373146"/>
            <a:ext cx="2882525" cy="3557163"/>
          </a:xfrm>
          <a:prstGeom prst="wedgeRoundRectCallout">
            <a:avLst>
              <a:gd name="adj1" fmla="val -62542"/>
              <a:gd name="adj2" fmla="val -20888"/>
              <a:gd name="adj3" fmla="val 16667"/>
            </a:avLst>
          </a:prstGeom>
          <a:solidFill>
            <a:srgbClr val="F0F0F0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Скругленный прямоугольник 68">
            <a:extLst>
              <a:ext uri="{FF2B5EF4-FFF2-40B4-BE49-F238E27FC236}">
                <a16:creationId xmlns:a16="http://schemas.microsoft.com/office/drawing/2014/main" id="{07C515BC-7F90-4214-836F-94D101AD5DCC}"/>
              </a:ext>
            </a:extLst>
          </p:cNvPr>
          <p:cNvSpPr>
            <a:spLocks/>
          </p:cNvSpPr>
          <p:nvPr/>
        </p:nvSpPr>
        <p:spPr>
          <a:xfrm>
            <a:off x="9245681" y="5244074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defRPr/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9" name="Скругленный прямоугольник 68">
            <a:extLst>
              <a:ext uri="{FF2B5EF4-FFF2-40B4-BE49-F238E27FC236}">
                <a16:creationId xmlns:a16="http://schemas.microsoft.com/office/drawing/2014/main" id="{EDFBAD7F-50F6-4AC0-B34D-B4068A63AF84}"/>
              </a:ext>
            </a:extLst>
          </p:cNvPr>
          <p:cNvSpPr>
            <a:spLocks/>
          </p:cNvSpPr>
          <p:nvPr/>
        </p:nvSpPr>
        <p:spPr>
          <a:xfrm>
            <a:off x="9245681" y="4493780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Скругленный прямоугольник 68">
            <a:extLst>
              <a:ext uri="{FF2B5EF4-FFF2-40B4-BE49-F238E27FC236}">
                <a16:creationId xmlns:a16="http://schemas.microsoft.com/office/drawing/2014/main" id="{2853C5B7-BA3E-4D8D-8B4E-137D4BDF55B7}"/>
              </a:ext>
            </a:extLst>
          </p:cNvPr>
          <p:cNvSpPr>
            <a:spLocks/>
          </p:cNvSpPr>
          <p:nvPr/>
        </p:nvSpPr>
        <p:spPr>
          <a:xfrm>
            <a:off x="9245681" y="3743484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Скругленный прямоугольник 68">
            <a:extLst>
              <a:ext uri="{FF2B5EF4-FFF2-40B4-BE49-F238E27FC236}">
                <a16:creationId xmlns:a16="http://schemas.microsoft.com/office/drawing/2014/main" id="{C8C7BC87-5FDE-4939-862B-7AACA40535A5}"/>
              </a:ext>
            </a:extLst>
          </p:cNvPr>
          <p:cNvSpPr>
            <a:spLocks/>
          </p:cNvSpPr>
          <p:nvPr/>
        </p:nvSpPr>
        <p:spPr>
          <a:xfrm>
            <a:off x="9245681" y="2993188"/>
            <a:ext cx="2410040" cy="602526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78000"/>
              </a:lnSpc>
              <a:spcAft>
                <a:spcPts val="600"/>
              </a:spcAft>
            </a:pP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r>
              <a:rPr lang="ru-RU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ru-RU" sz="1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Текст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EB4E82-AB28-406D-9B2D-1E988295929F}"/>
              </a:ext>
            </a:extLst>
          </p:cNvPr>
          <p:cNvSpPr txBox="1"/>
          <p:nvPr/>
        </p:nvSpPr>
        <p:spPr>
          <a:xfrm>
            <a:off x="9009438" y="2393199"/>
            <a:ext cx="2882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НаименованиеНаименование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/>
            <a:r>
              <a:rPr lang="ru-RU" sz="1400" b="1" dirty="0" err="1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НаименованиеНаименование</a:t>
            </a:r>
            <a:endParaRPr lang="ru-RU" sz="1400" b="1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Равнобедренный треугольник 22">
            <a:extLst>
              <a:ext uri="{FF2B5EF4-FFF2-40B4-BE49-F238E27FC236}">
                <a16:creationId xmlns:a16="http://schemas.microsoft.com/office/drawing/2014/main" id="{4A491DF3-6245-42F1-A842-1A544ECD5C62}"/>
              </a:ext>
            </a:extLst>
          </p:cNvPr>
          <p:cNvSpPr/>
          <p:nvPr/>
        </p:nvSpPr>
        <p:spPr>
          <a:xfrm rot="10800000">
            <a:off x="9671719" y="3629142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Равнобедренный треугольник 23">
            <a:extLst>
              <a:ext uri="{FF2B5EF4-FFF2-40B4-BE49-F238E27FC236}">
                <a16:creationId xmlns:a16="http://schemas.microsoft.com/office/drawing/2014/main" id="{B842AF1E-01D3-45CB-83AD-3A406F5414F6}"/>
              </a:ext>
            </a:extLst>
          </p:cNvPr>
          <p:cNvSpPr/>
          <p:nvPr/>
        </p:nvSpPr>
        <p:spPr>
          <a:xfrm rot="10800000">
            <a:off x="9671719" y="4379438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Равнобедренный треугольник 24">
            <a:extLst>
              <a:ext uri="{FF2B5EF4-FFF2-40B4-BE49-F238E27FC236}">
                <a16:creationId xmlns:a16="http://schemas.microsoft.com/office/drawing/2014/main" id="{B0F5ED88-EBB6-4D04-896B-475E642A0528}"/>
              </a:ext>
            </a:extLst>
          </p:cNvPr>
          <p:cNvSpPr/>
          <p:nvPr/>
        </p:nvSpPr>
        <p:spPr>
          <a:xfrm rot="10800000">
            <a:off x="9671719" y="5129735"/>
            <a:ext cx="1557965" cy="80914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99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hink-cell data - do not delete" hidden="1">
            <a:extLst>
              <a:ext uri="{FF2B5EF4-FFF2-40B4-BE49-F238E27FC236}">
                <a16:creationId xmlns:a16="http://schemas.microsoft.com/office/drawing/2014/main" id="{7C55F67D-9A5E-4C53-8A4A-3CF05CEF8824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24" name="Слайд think-cell" r:id="rId21" imgW="359" imgH="360" progId="TCLayout.ActiveDocument.1">
                  <p:embed/>
                </p:oleObj>
              </mc:Choice>
              <mc:Fallback>
                <p:oleObj name="Слайд think-cell" r:id="rId21" imgW="359" imgH="360" progId="TCLayout.ActiveDocument.1">
                  <p:embed/>
                  <p:pic>
                    <p:nvPicPr>
                      <p:cNvPr id="2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55F67D-9A5E-4C53-8A4A-3CF05CEF88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Таблица 115">
            <a:extLst>
              <a:ext uri="{FF2B5EF4-FFF2-40B4-BE49-F238E27FC236}">
                <a16:creationId xmlns:a16="http://schemas.microsoft.com/office/drawing/2014/main" id="{1374E7D7-D118-42A7-8946-EC7AC1D74EA7}"/>
              </a:ext>
            </a:extLst>
          </p:cNvPr>
          <p:cNvGraphicFramePr>
            <a:graphicFrameLocks noGrp="1"/>
          </p:cNvGraphicFramePr>
          <p:nvPr/>
        </p:nvGraphicFramePr>
        <p:xfrm>
          <a:off x="9365510" y="5344048"/>
          <a:ext cx="2735036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6115">
                  <a:extLst>
                    <a:ext uri="{9D8B030D-6E8A-4147-A177-3AD203B41FA5}">
                      <a16:colId xmlns:a16="http://schemas.microsoft.com/office/drawing/2014/main" val="243442274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849226258"/>
                    </a:ext>
                  </a:extLst>
                </a:gridCol>
                <a:gridCol w="458638">
                  <a:extLst>
                    <a:ext uri="{9D8B030D-6E8A-4147-A177-3AD203B41FA5}">
                      <a16:colId xmlns:a16="http://schemas.microsoft.com/office/drawing/2014/main" val="1340350592"/>
                    </a:ext>
                  </a:extLst>
                </a:gridCol>
                <a:gridCol w="599258">
                  <a:extLst>
                    <a:ext uri="{9D8B030D-6E8A-4147-A177-3AD203B41FA5}">
                      <a16:colId xmlns:a16="http://schemas.microsoft.com/office/drawing/2014/main" val="3769846842"/>
                    </a:ext>
                  </a:extLst>
                </a:gridCol>
              </a:tblGrid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50447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529030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477495"/>
                  </a:ext>
                </a:extLst>
              </a:tr>
              <a:tr h="194631"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latin typeface="Arial" panose="020B0604020202020204" pitchFamily="34" charset="0"/>
                        <a:cs typeface="Arial" panose="020B0604020202020204" pitchFamily="34" charset="0"/>
                        <a:sym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3133"/>
                  </a:ext>
                </a:extLst>
              </a:tr>
            </a:tbl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1069A30-2168-47A5-BA2C-61430F9A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dirty="0"/>
              <a:t>Пример оформления таблиц и диаграмм</a:t>
            </a:r>
          </a:p>
        </p:txBody>
      </p: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E8C929F8-7D0E-49E8-B2FC-8B5F1FA9E22F}"/>
              </a:ext>
            </a:extLst>
          </p:cNvPr>
          <p:cNvGrpSpPr/>
          <p:nvPr/>
        </p:nvGrpSpPr>
        <p:grpSpPr>
          <a:xfrm>
            <a:off x="4850168" y="4736800"/>
            <a:ext cx="4385185" cy="1895375"/>
            <a:chOff x="9044831" y="768207"/>
            <a:chExt cx="4179512" cy="1806478"/>
          </a:xfrm>
        </p:grpSpPr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FADC1106-0CB2-4D61-B2CA-A48439C7000F}"/>
                </a:ext>
              </a:extLst>
            </p:cNvPr>
            <p:cNvGrpSpPr/>
            <p:nvPr/>
          </p:nvGrpSpPr>
          <p:grpSpPr>
            <a:xfrm>
              <a:off x="9093359" y="1055742"/>
              <a:ext cx="4018924" cy="1518943"/>
              <a:chOff x="8005642" y="4673795"/>
              <a:chExt cx="4087204" cy="1518943"/>
            </a:xfrm>
          </p:grpSpPr>
          <p:cxnSp>
            <p:nvCxnSpPr>
              <p:cNvPr id="29" name="Прямая соединительная линия 28">
                <a:extLst>
                  <a:ext uri="{FF2B5EF4-FFF2-40B4-BE49-F238E27FC236}">
                    <a16:creationId xmlns:a16="http://schemas.microsoft.com/office/drawing/2014/main" id="{EE0A92C6-99AC-48B0-BF21-EF928C40CA5E}"/>
                  </a:ext>
                </a:extLst>
              </p:cNvPr>
              <p:cNvCxnSpPr/>
              <p:nvPr/>
            </p:nvCxnSpPr>
            <p:spPr>
              <a:xfrm>
                <a:off x="8214268" y="5255142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Прямая соединительная линия 29">
                <a:extLst>
                  <a:ext uri="{FF2B5EF4-FFF2-40B4-BE49-F238E27FC236}">
                    <a16:creationId xmlns:a16="http://schemas.microsoft.com/office/drawing/2014/main" id="{CBEEA855-9426-4459-BBDB-713CD057C99C}"/>
                  </a:ext>
                </a:extLst>
              </p:cNvPr>
              <p:cNvCxnSpPr/>
              <p:nvPr/>
            </p:nvCxnSpPr>
            <p:spPr>
              <a:xfrm>
                <a:off x="8214268" y="5568095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Прямая соединительная линия 30">
                <a:extLst>
                  <a:ext uri="{FF2B5EF4-FFF2-40B4-BE49-F238E27FC236}">
                    <a16:creationId xmlns:a16="http://schemas.microsoft.com/office/drawing/2014/main" id="{9EC4D9B9-378B-4EEB-87FC-657AB56691F5}"/>
                  </a:ext>
                </a:extLst>
              </p:cNvPr>
              <p:cNvCxnSpPr/>
              <p:nvPr/>
            </p:nvCxnSpPr>
            <p:spPr>
              <a:xfrm>
                <a:off x="8214268" y="5881048"/>
                <a:ext cx="3852000" cy="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Прямоугольник: скругленные углы 31">
                <a:extLst>
                  <a:ext uri="{FF2B5EF4-FFF2-40B4-BE49-F238E27FC236}">
                    <a16:creationId xmlns:a16="http://schemas.microsoft.com/office/drawing/2014/main" id="{EC0CE6D9-1B24-4137-899F-2EC9ABCF4D3F}"/>
                  </a:ext>
                </a:extLst>
              </p:cNvPr>
              <p:cNvSpPr/>
              <p:nvPr/>
            </p:nvSpPr>
            <p:spPr>
              <a:xfrm>
                <a:off x="8005642" y="4673795"/>
                <a:ext cx="1619091" cy="26839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0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3AA8849B-4910-497D-A9A5-707D9F635AFE}"/>
                  </a:ext>
                </a:extLst>
              </p:cNvPr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8074838" y="4736321"/>
                <a:ext cx="914160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Актив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D827E8D9-829D-4E3C-81DF-492C4E3DBB40}"/>
                  </a:ext>
                </a:extLst>
              </p:cNvPr>
              <p:cNvSpPr/>
              <p:nvPr/>
            </p:nvSpPr>
            <p:spPr bwMode="auto">
              <a:xfrm>
                <a:off x="8074838" y="5654702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Иркутский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5" name="Прямоугольник 34">
                <a:extLst>
                  <a:ext uri="{FF2B5EF4-FFF2-40B4-BE49-F238E27FC236}">
                    <a16:creationId xmlns:a16="http://schemas.microsoft.com/office/drawing/2014/main" id="{711731CB-8594-4374-9D2A-7746FAE0A801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8074838" y="5020188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Красноярский</a:t>
                </a:r>
              </a:p>
            </p:txBody>
          </p:sp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D84375B3-5779-48C5-B046-B6F82EE5116E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8074838" y="5337444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Якутский</a:t>
                </a:r>
                <a:endParaRPr lang="ru-RU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7" name="Прямоугольник: скругленные углы 36">
                <a:extLst>
                  <a:ext uri="{FF2B5EF4-FFF2-40B4-BE49-F238E27FC236}">
                    <a16:creationId xmlns:a16="http://schemas.microsoft.com/office/drawing/2014/main" id="{8C8870A1-F50A-4392-90AA-1A2DDDFAA016}"/>
                  </a:ext>
                </a:extLst>
              </p:cNvPr>
              <p:cNvSpPr/>
              <p:nvPr/>
            </p:nvSpPr>
            <p:spPr>
              <a:xfrm>
                <a:off x="9043302" y="4673795"/>
                <a:ext cx="3049544" cy="268395"/>
              </a:xfrm>
              <a:prstGeom prst="roundRect">
                <a:avLst>
                  <a:gd name="adj" fmla="val 50000"/>
                </a:avLst>
              </a:prstGeom>
              <a:solidFill>
                <a:srgbClr val="2A31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1000">
                  <a:ln>
                    <a:solidFill>
                      <a:srgbClr val="32394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DA45BF2E-7495-492B-A92B-06CF744BF47A}"/>
                  </a:ext>
                </a:extLst>
              </p:cNvPr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9139145" y="4736321"/>
                <a:ext cx="265422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90C82B13-03EE-497C-A7FA-81825792C33D}" type="datetime'''''''''''''а''''''''''''п''''''р''''''''''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апр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EE048059-3DB5-477B-A8C0-3C9E63757F77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9461385" y="4736321"/>
                <a:ext cx="27375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1657F0D1-567A-412A-86CB-1EE533F1755E}" type="datetime'''''''''''''м''''''''ай''''''''''''''''''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май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69E89D75-DED3-4ABA-93DB-8A5ABCFFEAD0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9791958" y="4736321"/>
                <a:ext cx="265422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ADB7258F-8486-4DF4-BC6A-E4E3CBC7C350}" type="datetime'''''июн''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июн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8A2CDC92-F9FA-4F3F-B27B-9A7897276F2B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0114198" y="4736321"/>
                <a:ext cx="27375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2454309B-0438-4817-A829-5E5D4B563FD2}" type="datetime'''''''и''''''''''''''''''''''''''''''''юл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июл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692D2428-1580-42D3-BEEB-38F72785F21D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10444771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E234CDAB-1E47-4175-9808-6B762EC73EEC}" type="datetime'''''''''''''''''''''а''''''в''''''''''''''''''г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авг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E02A9927-D261-485D-93C1-15A86E5A7B10}"/>
                  </a:ext>
                </a:extLst>
              </p:cNvPr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0775760" y="4736321"/>
                <a:ext cx="26500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93450192-F247-43E5-8E18-E02257585783}" type="datetime'''''''''''с''''''''е''''''''''''''''''''''''''''''н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сен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269332BA-78B4-4D07-94D6-BD2A07DB8C90}"/>
                  </a:ext>
                </a:extLst>
              </p:cNvPr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11097583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2651D2DE-9D28-4345-AB9B-C07DAA657E48}" type="datetime'''''о''''''''''''''''''''''''''''''''''к''''''''''т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окт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5" name="Прямоугольник 44">
                <a:extLst>
                  <a:ext uri="{FF2B5EF4-FFF2-40B4-BE49-F238E27FC236}">
                    <a16:creationId xmlns:a16="http://schemas.microsoft.com/office/drawing/2014/main" id="{88C2D152-7439-4037-8806-BDE4F7734BEB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11428572" y="4736321"/>
                <a:ext cx="265005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1F6F5018-5BAA-4B6B-A13F-E9B9C3979A07}" type="datetime'''н''''''''''''''''''''''''''''''''о''''''''я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ноя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CCF68111-F170-4649-B843-2138BC1CDF10}"/>
                  </a:ext>
                </a:extLst>
              </p:cNvPr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11750395" y="4736321"/>
                <a:ext cx="274171" cy="14334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algn="ctr" defTabSz="642640">
                  <a:spcBef>
                    <a:spcPct val="0"/>
                  </a:spcBef>
                  <a:spcAft>
                    <a:spcPct val="0"/>
                  </a:spcAft>
                </a:pPr>
                <a:fld id="{703A4813-7951-4C12-93C0-FA584D5C4FB6}" type="datetime'''''''''''''''''''д''''''''''''''''''''е''''''''к'''''''''">
                  <a:rPr lang="ru-RU" altLang="en-US" sz="10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pPr algn="ctr" defTabSz="642640">
                    <a:spcBef>
                      <a:spcPct val="0"/>
                    </a:spcBef>
                    <a:spcAft>
                      <a:spcPct val="0"/>
                    </a:spcAft>
                  </a:pPr>
                  <a:t>дек</a:t>
                </a:fld>
                <a:endParaRPr lang="ru-RU" sz="1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47" name="Прямая соединительная линия 46">
                <a:extLst>
                  <a:ext uri="{FF2B5EF4-FFF2-40B4-BE49-F238E27FC236}">
                    <a16:creationId xmlns:a16="http://schemas.microsoft.com/office/drawing/2014/main" id="{BFDF52F8-01FE-4C7D-AAF8-27979CDDD681}"/>
                  </a:ext>
                </a:extLst>
              </p:cNvPr>
              <p:cNvCxnSpPr/>
              <p:nvPr/>
            </p:nvCxnSpPr>
            <p:spPr>
              <a:xfrm>
                <a:off x="11721986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>
                <a:extLst>
                  <a:ext uri="{FF2B5EF4-FFF2-40B4-BE49-F238E27FC236}">
                    <a16:creationId xmlns:a16="http://schemas.microsoft.com/office/drawing/2014/main" id="{F7A75D5B-723A-42A4-AC53-AA300AE173C7}"/>
                  </a:ext>
                </a:extLst>
              </p:cNvPr>
              <p:cNvCxnSpPr/>
              <p:nvPr/>
            </p:nvCxnSpPr>
            <p:spPr>
              <a:xfrm>
                <a:off x="11400163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Прямая соединительная линия 48">
                <a:extLst>
                  <a:ext uri="{FF2B5EF4-FFF2-40B4-BE49-F238E27FC236}">
                    <a16:creationId xmlns:a16="http://schemas.microsoft.com/office/drawing/2014/main" id="{5FF903CE-5770-4DCE-8CCE-AB7FEED85067}"/>
                  </a:ext>
                </a:extLst>
              </p:cNvPr>
              <p:cNvCxnSpPr/>
              <p:nvPr/>
            </p:nvCxnSpPr>
            <p:spPr>
              <a:xfrm>
                <a:off x="11069174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>
                <a:extLst>
                  <a:ext uri="{FF2B5EF4-FFF2-40B4-BE49-F238E27FC236}">
                    <a16:creationId xmlns:a16="http://schemas.microsoft.com/office/drawing/2014/main" id="{2352C8E8-0E8A-4124-BDD2-026C80E2F6A5}"/>
                  </a:ext>
                </a:extLst>
              </p:cNvPr>
              <p:cNvCxnSpPr/>
              <p:nvPr/>
            </p:nvCxnSpPr>
            <p:spPr>
              <a:xfrm>
                <a:off x="10747351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>
                <a:extLst>
                  <a:ext uri="{FF2B5EF4-FFF2-40B4-BE49-F238E27FC236}">
                    <a16:creationId xmlns:a16="http://schemas.microsoft.com/office/drawing/2014/main" id="{10B79DC7-748C-4190-9500-76B1F15B4804}"/>
                  </a:ext>
                </a:extLst>
              </p:cNvPr>
              <p:cNvCxnSpPr/>
              <p:nvPr/>
            </p:nvCxnSpPr>
            <p:spPr>
              <a:xfrm>
                <a:off x="10416362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Прямая соединительная линия 51">
                <a:extLst>
                  <a:ext uri="{FF2B5EF4-FFF2-40B4-BE49-F238E27FC236}">
                    <a16:creationId xmlns:a16="http://schemas.microsoft.com/office/drawing/2014/main" id="{DECF83C2-ECA3-4CF3-B9C3-0B84E2D4EAA7}"/>
                  </a:ext>
                </a:extLst>
              </p:cNvPr>
              <p:cNvCxnSpPr/>
              <p:nvPr/>
            </p:nvCxnSpPr>
            <p:spPr>
              <a:xfrm>
                <a:off x="10085789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>
                <a:extLst>
                  <a:ext uri="{FF2B5EF4-FFF2-40B4-BE49-F238E27FC236}">
                    <a16:creationId xmlns:a16="http://schemas.microsoft.com/office/drawing/2014/main" id="{ED3A9ACE-1BF9-4435-8A34-F238E792139B}"/>
                  </a:ext>
                </a:extLst>
              </p:cNvPr>
              <p:cNvCxnSpPr/>
              <p:nvPr/>
            </p:nvCxnSpPr>
            <p:spPr>
              <a:xfrm>
                <a:off x="9763549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Прямая соединительная линия 53">
                <a:extLst>
                  <a:ext uri="{FF2B5EF4-FFF2-40B4-BE49-F238E27FC236}">
                    <a16:creationId xmlns:a16="http://schemas.microsoft.com/office/drawing/2014/main" id="{A99AD660-499B-4A24-B397-9225551C9CC4}"/>
                  </a:ext>
                </a:extLst>
              </p:cNvPr>
              <p:cNvCxnSpPr/>
              <p:nvPr/>
            </p:nvCxnSpPr>
            <p:spPr>
              <a:xfrm>
                <a:off x="9432976" y="4879662"/>
                <a:ext cx="0" cy="1313076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82A0B05B-5506-4946-9403-E9813376CA7E}"/>
                  </a:ext>
                </a:extLst>
              </p:cNvPr>
              <p:cNvSpPr/>
              <p:nvPr/>
            </p:nvSpPr>
            <p:spPr bwMode="auto">
              <a:xfrm>
                <a:off x="8074838" y="5971957"/>
                <a:ext cx="228574" cy="161261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none" lIns="0" tIns="10041" rIns="0" bIns="10041" rtlCol="0" anchor="ctr"/>
              <a:lstStyle/>
              <a:p>
                <a:pPr defTabSz="64264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ru-RU" altLang="en-US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Arial" panose="020B0604020202020204" pitchFamily="34" charset="0"/>
                  </a:rPr>
                  <a:t>Магаданский</a:t>
                </a:r>
              </a:p>
            </p:txBody>
          </p:sp>
          <p:sp>
            <p:nvSpPr>
              <p:cNvPr id="56" name="Прямоугольник: скругленные углы 55">
                <a:extLst>
                  <a:ext uri="{FF2B5EF4-FFF2-40B4-BE49-F238E27FC236}">
                    <a16:creationId xmlns:a16="http://schemas.microsoft.com/office/drawing/2014/main" id="{93735AB3-A6E4-4B27-95B5-503AE352498D}"/>
                  </a:ext>
                </a:extLst>
              </p:cNvPr>
              <p:cNvSpPr/>
              <p:nvPr/>
            </p:nvSpPr>
            <p:spPr>
              <a:xfrm>
                <a:off x="11097583" y="4980588"/>
                <a:ext cx="968685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7" name="Прямоугольник: скругленные углы 56">
                <a:extLst>
                  <a:ext uri="{FF2B5EF4-FFF2-40B4-BE49-F238E27FC236}">
                    <a16:creationId xmlns:a16="http://schemas.microsoft.com/office/drawing/2014/main" id="{272C5D35-ADC3-4AF8-A8F2-4A65AB2B14BB}"/>
                  </a:ext>
                </a:extLst>
              </p:cNvPr>
              <p:cNvSpPr/>
              <p:nvPr/>
            </p:nvSpPr>
            <p:spPr>
              <a:xfrm>
                <a:off x="9415008" y="5606494"/>
                <a:ext cx="711972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8" name="Прямоугольник: скругленные углы 57">
                <a:extLst>
                  <a:ext uri="{FF2B5EF4-FFF2-40B4-BE49-F238E27FC236}">
                    <a16:creationId xmlns:a16="http://schemas.microsoft.com/office/drawing/2014/main" id="{83983878-4011-40EC-9B6B-39941E9EAC49}"/>
                  </a:ext>
                </a:extLst>
              </p:cNvPr>
              <p:cNvSpPr/>
              <p:nvPr/>
            </p:nvSpPr>
            <p:spPr>
              <a:xfrm>
                <a:off x="11346268" y="5293541"/>
                <a:ext cx="720000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9" name="Прямоугольник: скругленные углы 58">
                <a:extLst>
                  <a:ext uri="{FF2B5EF4-FFF2-40B4-BE49-F238E27FC236}">
                    <a16:creationId xmlns:a16="http://schemas.microsoft.com/office/drawing/2014/main" id="{51EDDF14-4925-47E9-B9A3-A206E93399BD}"/>
                  </a:ext>
                </a:extLst>
              </p:cNvPr>
              <p:cNvSpPr/>
              <p:nvPr/>
            </p:nvSpPr>
            <p:spPr>
              <a:xfrm>
                <a:off x="9730746" y="5919448"/>
                <a:ext cx="731854" cy="236154"/>
              </a:xfrm>
              <a:prstGeom prst="roundRect">
                <a:avLst>
                  <a:gd name="adj" fmla="val 50000"/>
                </a:avLst>
              </a:prstGeom>
              <a:solidFill>
                <a:srgbClr val="3EF0AF"/>
              </a:solidFill>
              <a:ln>
                <a:solidFill>
                  <a:srgbClr val="3CF2A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1F1F8338-6810-4B91-856F-23FC594E67D4}"/>
                </a:ext>
              </a:extLst>
            </p:cNvPr>
            <p:cNvSpPr txBox="1"/>
            <p:nvPr/>
          </p:nvSpPr>
          <p:spPr>
            <a:xfrm>
              <a:off x="9044831" y="768207"/>
              <a:ext cx="4179512" cy="25227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ru-RU" sz="1400" b="1" dirty="0">
                  <a:latin typeface="Arial" panose="020B0604020202020204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Дорожная карта внедрения изменений на БЕ</a:t>
              </a:r>
            </a:p>
          </p:txBody>
        </p:sp>
      </p:grp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CC338523-27D3-4282-8439-01D76ED78E7C}"/>
              </a:ext>
            </a:extLst>
          </p:cNvPr>
          <p:cNvGraphicFramePr/>
          <p:nvPr/>
        </p:nvGraphicFramePr>
        <p:xfrm>
          <a:off x="334963" y="533899"/>
          <a:ext cx="2020396" cy="212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graphicFrame>
        <p:nvGraphicFramePr>
          <p:cNvPr id="74" name="Диаграмма 73">
            <a:extLst>
              <a:ext uri="{FF2B5EF4-FFF2-40B4-BE49-F238E27FC236}">
                <a16:creationId xmlns:a16="http://schemas.microsoft.com/office/drawing/2014/main" id="{6F0C8E9C-1679-4B5A-AD38-1A6D11E1EB5E}"/>
              </a:ext>
            </a:extLst>
          </p:cNvPr>
          <p:cNvGraphicFramePr/>
          <p:nvPr/>
        </p:nvGraphicFramePr>
        <p:xfrm>
          <a:off x="153027" y="2537751"/>
          <a:ext cx="4450578" cy="1704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graphicFrame>
        <p:nvGraphicFramePr>
          <p:cNvPr id="75" name="Диаграмма 74">
            <a:extLst>
              <a:ext uri="{FF2B5EF4-FFF2-40B4-BE49-F238E27FC236}">
                <a16:creationId xmlns:a16="http://schemas.microsoft.com/office/drawing/2014/main" id="{539AB05C-067C-4372-A2A8-0B5CE67C0F59}"/>
              </a:ext>
            </a:extLst>
          </p:cNvPr>
          <p:cNvGraphicFramePr/>
          <p:nvPr/>
        </p:nvGraphicFramePr>
        <p:xfrm>
          <a:off x="2402847" y="533899"/>
          <a:ext cx="2020396" cy="2129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5"/>
          </a:graphicData>
        </a:graphic>
      </p:graphicFrame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BD466F13-2B7B-43E9-8D2E-91BCF529264D}"/>
              </a:ext>
            </a:extLst>
          </p:cNvPr>
          <p:cNvCxnSpPr>
            <a:cxnSpLocks/>
          </p:cNvCxnSpPr>
          <p:nvPr/>
        </p:nvCxnSpPr>
        <p:spPr>
          <a:xfrm flipV="1">
            <a:off x="4737100" y="762000"/>
            <a:ext cx="0" cy="58701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1" name="Диаграмма 80">
            <a:extLst>
              <a:ext uri="{FF2B5EF4-FFF2-40B4-BE49-F238E27FC236}">
                <a16:creationId xmlns:a16="http://schemas.microsoft.com/office/drawing/2014/main" id="{D98288C5-338A-4549-B2A7-089E644B3E6E}"/>
              </a:ext>
            </a:extLst>
          </p:cNvPr>
          <p:cNvGraphicFramePr/>
          <p:nvPr/>
        </p:nvGraphicFramePr>
        <p:xfrm>
          <a:off x="153027" y="4495474"/>
          <a:ext cx="4270216" cy="1704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graphicFrame>
        <p:nvGraphicFramePr>
          <p:cNvPr id="86" name="Диаграмма 85">
            <a:extLst>
              <a:ext uri="{FF2B5EF4-FFF2-40B4-BE49-F238E27FC236}">
                <a16:creationId xmlns:a16="http://schemas.microsoft.com/office/drawing/2014/main" id="{0BAB22DD-7664-48DE-AB58-E20495E80C85}"/>
              </a:ext>
            </a:extLst>
          </p:cNvPr>
          <p:cNvGraphicFramePr/>
          <p:nvPr/>
        </p:nvGraphicFramePr>
        <p:xfrm>
          <a:off x="4870596" y="2514358"/>
          <a:ext cx="4019404" cy="2215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graphicFrame>
        <p:nvGraphicFramePr>
          <p:cNvPr id="89" name="Диаграмма 88">
            <a:extLst>
              <a:ext uri="{FF2B5EF4-FFF2-40B4-BE49-F238E27FC236}">
                <a16:creationId xmlns:a16="http://schemas.microsoft.com/office/drawing/2014/main" id="{60FE1B0E-6BA9-4336-ABD2-C977CC5A5409}"/>
              </a:ext>
            </a:extLst>
          </p:cNvPr>
          <p:cNvGraphicFramePr/>
          <p:nvPr/>
        </p:nvGraphicFramePr>
        <p:xfrm>
          <a:off x="4870595" y="666057"/>
          <a:ext cx="4019403" cy="1687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graphicFrame>
        <p:nvGraphicFramePr>
          <p:cNvPr id="94" name="Диаграмма 93">
            <a:extLst>
              <a:ext uri="{FF2B5EF4-FFF2-40B4-BE49-F238E27FC236}">
                <a16:creationId xmlns:a16="http://schemas.microsoft.com/office/drawing/2014/main" id="{ECB4EC9A-D503-4A07-97C9-68F5DCA0B4F1}"/>
              </a:ext>
            </a:extLst>
          </p:cNvPr>
          <p:cNvGraphicFramePr/>
          <p:nvPr/>
        </p:nvGraphicFramePr>
        <p:xfrm>
          <a:off x="8910426" y="666057"/>
          <a:ext cx="3128547" cy="1855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aphicFrame>
        <p:nvGraphicFramePr>
          <p:cNvPr id="97" name="Диаграмма 96">
            <a:extLst>
              <a:ext uri="{FF2B5EF4-FFF2-40B4-BE49-F238E27FC236}">
                <a16:creationId xmlns:a16="http://schemas.microsoft.com/office/drawing/2014/main" id="{0393C4EE-0850-4683-9D41-17122796EA60}"/>
              </a:ext>
            </a:extLst>
          </p:cNvPr>
          <p:cNvGraphicFramePr/>
          <p:nvPr/>
        </p:nvGraphicFramePr>
        <p:xfrm>
          <a:off x="8889998" y="2506851"/>
          <a:ext cx="3148975" cy="1982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109" name="Прямоугольник: скругленные углы 108">
            <a:extLst>
              <a:ext uri="{FF2B5EF4-FFF2-40B4-BE49-F238E27FC236}">
                <a16:creationId xmlns:a16="http://schemas.microsoft.com/office/drawing/2014/main" id="{14F0EEB7-6EBD-484E-8208-CD7AB1C6775F}"/>
              </a:ext>
            </a:extLst>
          </p:cNvPr>
          <p:cNvSpPr/>
          <p:nvPr/>
        </p:nvSpPr>
        <p:spPr>
          <a:xfrm>
            <a:off x="9275823" y="5043733"/>
            <a:ext cx="2824729" cy="316641"/>
          </a:xfrm>
          <a:prstGeom prst="roundRect">
            <a:avLst>
              <a:gd name="adj" fmla="val 50000"/>
            </a:avLst>
          </a:prstGeom>
          <a:solidFill>
            <a:srgbClr val="2A31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8" name="Прямоугольник: скругленные углы 107">
            <a:extLst>
              <a:ext uri="{FF2B5EF4-FFF2-40B4-BE49-F238E27FC236}">
                <a16:creationId xmlns:a16="http://schemas.microsoft.com/office/drawing/2014/main" id="{16401E60-2FA0-417C-9C46-F08F5374B2C2}"/>
              </a:ext>
            </a:extLst>
          </p:cNvPr>
          <p:cNvSpPr/>
          <p:nvPr/>
        </p:nvSpPr>
        <p:spPr>
          <a:xfrm>
            <a:off x="10464485" y="5078166"/>
            <a:ext cx="569275" cy="247775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992D3A4E-F18B-43A2-A0D3-2A86A1014AFA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9365510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Наименование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1E9E688F-3AF8-45BD-B859-EB29611E4F63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10521635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Статус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EAB4ED75-2D79-48FC-AC9F-CECC2794F8D4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11101026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Срок</a:t>
            </a:r>
            <a:endParaRPr lang="ru-RU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3" name="Прямоугольник: скругленные углы 112">
            <a:extLst>
              <a:ext uri="{FF2B5EF4-FFF2-40B4-BE49-F238E27FC236}">
                <a16:creationId xmlns:a16="http://schemas.microsoft.com/office/drawing/2014/main" id="{60CD0B92-B8B3-4868-81AF-E711EC7E7330}"/>
              </a:ext>
            </a:extLst>
          </p:cNvPr>
          <p:cNvSpPr/>
          <p:nvPr/>
        </p:nvSpPr>
        <p:spPr>
          <a:xfrm>
            <a:off x="11531278" y="5078166"/>
            <a:ext cx="507696" cy="247775"/>
          </a:xfrm>
          <a:prstGeom prst="roundRect">
            <a:avLst>
              <a:gd name="adj" fmla="val 50000"/>
            </a:avLst>
          </a:prstGeom>
          <a:solidFill>
            <a:srgbClr val="3EF0AF"/>
          </a:solidFill>
          <a:ln>
            <a:solidFill>
              <a:srgbClr val="3CF2A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DFF5D055-83E3-49B8-A59D-BBD81CD8B538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643698" y="5126855"/>
            <a:ext cx="282857" cy="1503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0041" rIns="0" bIns="10041" rtlCol="0" anchor="ctr"/>
          <a:lstStyle/>
          <a:p>
            <a:pPr defTabSz="642640">
              <a:spcBef>
                <a:spcPct val="0"/>
              </a:spcBef>
              <a:spcAft>
                <a:spcPct val="0"/>
              </a:spcAft>
            </a:pPr>
            <a:r>
              <a:rPr lang="ru-RU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Отв.</a:t>
            </a:r>
            <a:endParaRPr lang="ru-RU" sz="1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256138C-7B8F-4A80-AD44-EC0CAAA4A754}"/>
              </a:ext>
            </a:extLst>
          </p:cNvPr>
          <p:cNvSpPr txBox="1"/>
          <p:nvPr/>
        </p:nvSpPr>
        <p:spPr>
          <a:xfrm>
            <a:off x="9255781" y="4736799"/>
            <a:ext cx="3200345" cy="264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80000"/>
              </a:lnSpc>
            </a:pPr>
            <a:r>
              <a:rPr lang="ru-RU" sz="14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Статус реализации</a:t>
            </a:r>
          </a:p>
        </p:txBody>
      </p:sp>
      <p:cxnSp>
        <p:nvCxnSpPr>
          <p:cNvPr id="118" name="Прямая соединительная линия 117">
            <a:extLst>
              <a:ext uri="{FF2B5EF4-FFF2-40B4-BE49-F238E27FC236}">
                <a16:creationId xmlns:a16="http://schemas.microsoft.com/office/drawing/2014/main" id="{78DBE39E-314F-4F04-9CFA-BFF79B97288E}"/>
              </a:ext>
            </a:extLst>
          </p:cNvPr>
          <p:cNvCxnSpPr>
            <a:cxnSpLocks/>
          </p:cNvCxnSpPr>
          <p:nvPr/>
        </p:nvCxnSpPr>
        <p:spPr>
          <a:xfrm flipV="1">
            <a:off x="8889998" y="762000"/>
            <a:ext cx="0" cy="37334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Прямая соединительная линия 120">
            <a:extLst>
              <a:ext uri="{FF2B5EF4-FFF2-40B4-BE49-F238E27FC236}">
                <a16:creationId xmlns:a16="http://schemas.microsoft.com/office/drawing/2014/main" id="{04EF91AF-33A7-485A-A1D6-EBD92055355B}"/>
              </a:ext>
            </a:extLst>
          </p:cNvPr>
          <p:cNvCxnSpPr>
            <a:cxnSpLocks/>
          </p:cNvCxnSpPr>
          <p:nvPr/>
        </p:nvCxnSpPr>
        <p:spPr>
          <a:xfrm>
            <a:off x="4850168" y="2430104"/>
            <a:ext cx="39143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id="{DE58A0D2-B007-4A71-994D-18A4E1D17F57}"/>
              </a:ext>
            </a:extLst>
          </p:cNvPr>
          <p:cNvCxnSpPr>
            <a:cxnSpLocks/>
          </p:cNvCxnSpPr>
          <p:nvPr/>
        </p:nvCxnSpPr>
        <p:spPr>
          <a:xfrm>
            <a:off x="4972472" y="4639904"/>
            <a:ext cx="70665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>
            <a:extLst>
              <a:ext uri="{FF2B5EF4-FFF2-40B4-BE49-F238E27FC236}">
                <a16:creationId xmlns:a16="http://schemas.microsoft.com/office/drawing/2014/main" id="{5F55CFB3-3609-4A43-92BA-CDBB7375C866}"/>
              </a:ext>
            </a:extLst>
          </p:cNvPr>
          <p:cNvCxnSpPr>
            <a:cxnSpLocks/>
          </p:cNvCxnSpPr>
          <p:nvPr/>
        </p:nvCxnSpPr>
        <p:spPr>
          <a:xfrm>
            <a:off x="153027" y="4336801"/>
            <a:ext cx="4450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Прямая соединительная линия 126">
            <a:extLst>
              <a:ext uri="{FF2B5EF4-FFF2-40B4-BE49-F238E27FC236}">
                <a16:creationId xmlns:a16="http://schemas.microsoft.com/office/drawing/2014/main" id="{D2326435-D5D0-424B-9EB4-AE8496C8A5A9}"/>
              </a:ext>
            </a:extLst>
          </p:cNvPr>
          <p:cNvCxnSpPr>
            <a:cxnSpLocks/>
          </p:cNvCxnSpPr>
          <p:nvPr/>
        </p:nvCxnSpPr>
        <p:spPr>
          <a:xfrm>
            <a:off x="153027" y="2430104"/>
            <a:ext cx="44505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Прямая соединительная линия 127">
            <a:extLst>
              <a:ext uri="{FF2B5EF4-FFF2-40B4-BE49-F238E27FC236}">
                <a16:creationId xmlns:a16="http://schemas.microsoft.com/office/drawing/2014/main" id="{E1394035-49D0-42B7-9D6A-CFC9F1BEB44C}"/>
              </a:ext>
            </a:extLst>
          </p:cNvPr>
          <p:cNvCxnSpPr>
            <a:cxnSpLocks/>
          </p:cNvCxnSpPr>
          <p:nvPr/>
        </p:nvCxnSpPr>
        <p:spPr>
          <a:xfrm>
            <a:off x="9047335" y="2430104"/>
            <a:ext cx="29916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03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7E6D87D-0BDE-493A-9E28-ECB1540C71E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057606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5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BBF88F5-DEC6-4782-A65C-645CB790B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A4831FE-255D-40F7-849C-1BCABFC98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710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7CFDD30-CB5D-42BA-B447-A46CD13933D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213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7" name="Слайд think-cell" r:id="rId4" imgW="359" imgH="360" progId="TCLayout.ActiveDocument.1">
                  <p:embed/>
                </p:oleObj>
              </mc:Choice>
              <mc:Fallback>
                <p:oleObj name="Слайд think-cell" r:id="rId4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AE9740A-88B2-4722-A408-2814E7D3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8E63244-8472-46B4-BC54-5944830CFD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153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mTV.JG6XjdhLhCsQRo7q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cIj8g39q5xlDYMenrkDH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1aA0Gn5Oq0UMxpNgGxxy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4B5nzTSvhQCVm7RPbFuL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kyqFreURxgtZNZeYE4c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c7sjePVvHn1Vd6eRZFzI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AsosvVQL5aZex7XAKyNd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toDu04_9tg8RhtcKZL8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kM6wQAf2ffNNpv16gu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5hJZq3OakHBQv_Q8Sa7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_t5PFqqqLbF_XnGuUH5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5U7Pv9zJzcM.l0wtcY.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Тема Office">
  <a:themeElements>
    <a:clrScheme name="Другая 1">
      <a:dk1>
        <a:srgbClr val="2A3138"/>
      </a:dk1>
      <a:lt1>
        <a:srgbClr val="FFFFFF"/>
      </a:lt1>
      <a:dk2>
        <a:srgbClr val="2A3138"/>
      </a:dk2>
      <a:lt2>
        <a:srgbClr val="E7E6E6"/>
      </a:lt2>
      <a:accent1>
        <a:srgbClr val="3EF0AF"/>
      </a:accent1>
      <a:accent2>
        <a:srgbClr val="80868B"/>
      </a:accent2>
      <a:accent3>
        <a:srgbClr val="D8D8D8"/>
      </a:accent3>
      <a:accent4>
        <a:srgbClr val="F5F5F5"/>
      </a:accent4>
      <a:accent5>
        <a:srgbClr val="2A3138"/>
      </a:accent5>
      <a:accent6>
        <a:srgbClr val="B3BDDC"/>
      </a:accent6>
      <a:hlink>
        <a:srgbClr val="B668E4"/>
      </a:hlink>
      <a:folHlink>
        <a:srgbClr val="7E83FA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482</Words>
  <Application>Microsoft Office PowerPoint</Application>
  <PresentationFormat>Широкоэкранный</PresentationFormat>
  <Paragraphs>68</Paragraphs>
  <Slides>5</Slides>
  <Notes>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Aeonik Pro TRIAL</vt:lpstr>
      <vt:lpstr>Arial</vt:lpstr>
      <vt:lpstr>Calibri</vt:lpstr>
      <vt:lpstr>Wingdings</vt:lpstr>
      <vt:lpstr>Тема Office</vt:lpstr>
      <vt:lpstr>Слайд think-cell</vt:lpstr>
      <vt:lpstr>Презентация PowerPoint</vt:lpstr>
      <vt:lpstr>Пример оформления текста</vt:lpstr>
      <vt:lpstr>Пример оформления таблиц и диаграмм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Зайцев Павел Юрьевич</dc:creator>
  <cp:lastModifiedBy>Кузнецов Виктор Евгеньевич</cp:lastModifiedBy>
  <cp:revision>9</cp:revision>
  <dcterms:created xsi:type="dcterms:W3CDTF">2024-06-03T08:05:05Z</dcterms:created>
  <dcterms:modified xsi:type="dcterms:W3CDTF">2026-07-20T07:52:25Z</dcterms:modified>
</cp:coreProperties>
</file>